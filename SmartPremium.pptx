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7"/>
  </p:notesMasterIdLst>
  <p:sldIdLst>
    <p:sldId id="272" r:id="rId4"/>
    <p:sldId id="260" r:id="rId5"/>
    <p:sldId id="261" r:id="rId6"/>
    <p:sldId id="262" r:id="rId7"/>
    <p:sldId id="263" r:id="rId8"/>
    <p:sldId id="265" r:id="rId9"/>
    <p:sldId id="269" r:id="rId10"/>
    <p:sldId id="273" r:id="rId11"/>
    <p:sldId id="275" r:id="rId12"/>
    <p:sldId id="277" r:id="rId13"/>
    <p:sldId id="278" r:id="rId14"/>
    <p:sldId id="279"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image" Target="../media/image1.png"/><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image" Target="../media/image1.png"/><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image" Target="../media/image1.png"/><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3" name="等腰三角形 15"/>
          <p:cNvSpPr/>
          <p:nvPr>
            <p:custDataLst>
              <p:tags r:id="rId3"/>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4" name="图片 13"/>
          <p:cNvPicPr>
            <a:picLocks noChangeAspect="1"/>
          </p:cNvPicPr>
          <p:nvPr>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6"/>
            </p:custDataLst>
          </p:nvPr>
        </p:nvSpPr>
        <p:spPr>
          <a:xfrm>
            <a:off x="838200" y="1252855"/>
            <a:ext cx="10515600" cy="2902585"/>
          </a:xfrm>
          <a:noFill/>
        </p:spPr>
        <p:txBody>
          <a:bodyPr wrap="square" rtlCol="0" anchor="t">
            <a:normAutofit/>
          </a:bodyPr>
          <a:lstStyle>
            <a:lvl1pPr>
              <a:defRPr lang="en-US" sz="5200"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lt"/>
              </a:defRPr>
            </a:lvl1pPr>
          </a:lstStyle>
          <a:p>
            <a:pPr marL="0" lvl="0" defTabSz="1218565"/>
            <a:r>
              <a:rPr sz="6000" dirty="0">
                <a:sym typeface="+mn-ea"/>
              </a:rPr>
              <a:t>Click to add title</a:t>
            </a:r>
            <a:endParaRPr sz="6000" dirty="0">
              <a:sym typeface="+mn-ea"/>
            </a:endParaRPr>
          </a:p>
        </p:txBody>
      </p:sp>
      <p:sp>
        <p:nvSpPr>
          <p:cNvPr id="3" name="副标题 2"/>
          <p:cNvSpPr>
            <a:spLocks noGrp="1"/>
          </p:cNvSpPr>
          <p:nvPr>
            <p:ph type="subTitle" idx="1" hasCustomPrompt="1"/>
            <p:custDataLst>
              <p:tags r:id="rId7"/>
            </p:custDataLst>
          </p:nvPr>
        </p:nvSpPr>
        <p:spPr>
          <a:xfrm>
            <a:off x="904875" y="180975"/>
            <a:ext cx="10515600" cy="944880"/>
          </a:xfrm>
          <a:noFill/>
        </p:spPr>
        <p:txBody>
          <a:bodyPr wrap="square" rtlCol="0" anchor="b">
            <a:normAutofit/>
          </a:bodyPr>
          <a:lstStyle>
            <a:lvl1pPr marL="0" indent="0">
              <a:buNone/>
              <a:defRPr lang="en-US" sz="1800" b="1" dirty="0">
                <a:solidFill>
                  <a:schemeClr val="tx1">
                    <a:lumMod val="75000"/>
                    <a:lumOff val="25000"/>
                  </a:schemeClr>
                </a:solidFill>
                <a:latin typeface="+mj-lt"/>
              </a:defRPr>
            </a:lvl1pPr>
          </a:lstStyle>
          <a:p>
            <a:pPr marL="0" lvl="0"/>
            <a:r>
              <a:rPr>
                <a:sym typeface="+mn-ea"/>
              </a:rPr>
              <a:t>Click to add subtitle</a:t>
            </a:r>
            <a:endParaRPr>
              <a:sym typeface="+mn-ea"/>
            </a:endParaRPr>
          </a:p>
        </p:txBody>
      </p:sp>
      <p:sp>
        <p:nvSpPr>
          <p:cNvPr id="4" name="日期占位符 3"/>
          <p:cNvSpPr>
            <a:spLocks noGrp="1"/>
          </p:cNvSpPr>
          <p:nvPr>
            <p:ph type="dt" sz="half" idx="10"/>
            <p:custDataLst>
              <p:tags r:id="rId8"/>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9"/>
            </p:custDataLst>
          </p:nvPr>
        </p:nvSpPr>
        <p:spPr/>
        <p:txBody>
          <a:bodyPr>
            <a:normAutofit/>
          </a:bodyPr>
          <a:lstStyle>
            <a:lvl1pPr>
              <a:defRPr>
                <a:latin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p:ph type="sldNum" sz="quarter" idx="12"/>
            <p:custDataLst>
              <p:tags r:id="rId10"/>
            </p:custDataLst>
          </p:nvPr>
        </p:nvSpPr>
        <p:spPr>
          <a:xfrm>
            <a:off x="8610600" y="6356350"/>
            <a:ext cx="2743200" cy="365125"/>
          </a:xfrm>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10" name="文本占位符 9"/>
          <p:cNvSpPr>
            <a:spLocks noGrp="1"/>
          </p:cNvSpPr>
          <p:nvPr>
            <p:ph type="body" sz="quarter" idx="13" hasCustomPrompt="1"/>
            <p:custDataLst>
              <p:tags r:id="rId11"/>
            </p:custDataLst>
          </p:nvPr>
        </p:nvSpPr>
        <p:spPr>
          <a:xfrm>
            <a:off x="891540" y="4946650"/>
            <a:ext cx="5776595" cy="1244600"/>
          </a:xfrm>
        </p:spPr>
        <p:txBody>
          <a:bodyPr wrap="square" anchor="b" anchorCtr="0">
            <a:normAutofit/>
          </a:bodyPr>
          <a:lstStyle>
            <a:lvl1pPr marL="0" indent="0">
              <a:lnSpc>
                <a:spcPct val="100000"/>
              </a:lnSpc>
              <a:buNone/>
              <a:defRPr sz="1800" b="1">
                <a:gradFill>
                  <a:gsLst>
                    <a:gs pos="0">
                      <a:schemeClr val="accent2">
                        <a:lumMod val="70000"/>
                        <a:lumOff val="30000"/>
                      </a:schemeClr>
                    </a:gs>
                    <a:gs pos="35000">
                      <a:schemeClr val="accent2"/>
                    </a:gs>
                    <a:gs pos="100000">
                      <a:schemeClr val="accent1"/>
                    </a:gs>
                  </a:gsLst>
                  <a:lin ang="3000000" scaled="0"/>
                </a:gradFill>
                <a:latin typeface="+mn-lt"/>
              </a:defRPr>
            </a:lvl1pPr>
          </a:lstStyle>
          <a:p>
            <a:pPr lvl="0"/>
            <a:r>
              <a:rPr lang="en-US" dirty="0">
                <a:sym typeface="+mn-ea"/>
              </a:rPr>
              <a:t>Click to add text</a:t>
            </a:r>
            <a:endParaRPr lang="en-US" dirty="0">
              <a:sym typeface="+mn-ea"/>
            </a:endParaRPr>
          </a:p>
        </p:txBody>
      </p:sp>
      <p:sp>
        <p:nvSpPr>
          <p:cNvPr id="24" name="文本占位符 23"/>
          <p:cNvSpPr>
            <a:spLocks noGrp="1"/>
          </p:cNvSpPr>
          <p:nvPr>
            <p:ph type="body" sz="quarter" idx="17" hasCustomPrompt="1"/>
            <p:custDataLst>
              <p:tags r:id="rId12"/>
            </p:custDataLst>
          </p:nvPr>
        </p:nvSpPr>
        <p:spPr>
          <a:xfrm>
            <a:off x="1421061" y="4299150"/>
            <a:ext cx="5193634" cy="504000"/>
          </a:xfrm>
        </p:spPr>
        <p:txBody>
          <a:bodyPr wrap="square" anchor="ctr">
            <a:normAutofit/>
          </a:bodyPr>
          <a:lstStyle>
            <a:lvl1pPr marL="0" indent="0" algn="l">
              <a:lnSpc>
                <a:spcPct val="100000"/>
              </a:lnSpc>
              <a:buNone/>
              <a:defRPr sz="2000" b="1">
                <a:gradFill>
                  <a:gsLst>
                    <a:gs pos="0">
                      <a:schemeClr val="accent2">
                        <a:lumMod val="60000"/>
                        <a:lumOff val="40000"/>
                      </a:schemeClr>
                    </a:gs>
                    <a:gs pos="35000">
                      <a:schemeClr val="accent2"/>
                    </a:gs>
                    <a:gs pos="100000">
                      <a:schemeClr val="accent1"/>
                    </a:gs>
                  </a:gsLst>
                  <a:lin ang="3000000" scaled="0"/>
                </a:gradFill>
                <a:latin typeface="+mn-lt"/>
              </a:defRPr>
            </a:lvl1pPr>
          </a:lstStyle>
          <a:p>
            <a:pPr lvl="0"/>
            <a:r>
              <a:rPr lang="en-US" dirty="0">
                <a:sym typeface="+mn-ea"/>
              </a:rPr>
              <a:t>Click to add text</a:t>
            </a:r>
            <a:endParaRPr lang="en-US" dirty="0">
              <a:sym typeface="+mn-ea"/>
            </a:endParaRPr>
          </a:p>
        </p:txBody>
      </p:sp>
      <p:sp>
        <p:nvSpPr>
          <p:cNvPr id="9" name="iconfont-10342-5064101"/>
          <p:cNvSpPr>
            <a:spLocks noChangeAspect="1"/>
          </p:cNvSpPr>
          <p:nvPr>
            <p:custDataLst>
              <p:tags r:id="rId13"/>
            </p:custDataLst>
          </p:nvPr>
        </p:nvSpPr>
        <p:spPr>
          <a:xfrm>
            <a:off x="838198" y="4335150"/>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604020202020204" pitchFamily="34" charset="0"/>
              <a:sym typeface="+mn-l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矩形 6"/>
          <p:cNvSpPr/>
          <p:nvPr>
            <p:custDataLst>
              <p:tags r:id="rId2"/>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604020202020204" pitchFamily="34" charset="0"/>
              <a:sym typeface="Arial" panose="020B0604020202020204" pitchFamily="34" charset="0"/>
            </a:endParaRPr>
          </a:p>
        </p:txBody>
      </p:sp>
      <p:sp>
        <p:nvSpPr>
          <p:cNvPr id="2" name="标题 1"/>
          <p:cNvSpPr>
            <a:spLocks noGrp="1"/>
          </p:cNvSpPr>
          <p:nvPr>
            <p:ph type="title" hasCustomPrompt="1"/>
            <p:custDataLst>
              <p:tags r:id="rId3"/>
            </p:custDataLst>
          </p:nvPr>
        </p:nvSpPr>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4"/>
            </p:custDataLst>
          </p:nvPr>
        </p:nvSpPr>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6"/>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10" name="矩形 9"/>
          <p:cNvSpPr/>
          <p:nvPr>
            <p:custDataLst>
              <p:tags r:id="rId2"/>
            </p:custDataLst>
          </p:nvPr>
        </p:nvSpPr>
        <p:spPr>
          <a:xfrm flipH="1">
            <a:off x="0" y="0"/>
            <a:ext cx="12192000" cy="6858000"/>
          </a:xfrm>
          <a:prstGeom prst="rect">
            <a:avLst/>
          </a:prstGeom>
          <a:gradFill flip="none" rotWithShape="1">
            <a:gsLst>
              <a:gs pos="0">
                <a:schemeClr val="bg1">
                  <a:lumMod val="95000"/>
                </a:schemeClr>
              </a:gs>
              <a:gs pos="100000">
                <a:schemeClr val="bg2"/>
              </a:gs>
            </a:gsLst>
            <a:lin ang="9000000" scaled="0"/>
            <a:tileRect/>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lstStyle/>
          <a:p>
            <a:pPr algn="ctr"/>
            <a:endParaRPr lang="en-US" sz="1600">
              <a:latin typeface="Arial" panose="020B0604020202020204" pitchFamily="34" charset="0"/>
              <a:sym typeface="Arial" panose="020B0604020202020204" pitchFamily="34" charset="0"/>
            </a:endParaRPr>
          </a:p>
        </p:txBody>
      </p:sp>
      <p:sp>
        <p:nvSpPr>
          <p:cNvPr id="2" name="标题 1"/>
          <p:cNvSpPr>
            <a:spLocks noGrp="1"/>
          </p:cNvSpPr>
          <p:nvPr>
            <p:ph type="title" hasCustomPrompt="1"/>
            <p:custDataLst>
              <p:tags r:id="rId3"/>
            </p:custDataLst>
          </p:nvPr>
        </p:nvSpPr>
        <p:spPr>
          <a:xfrm>
            <a:off x="0" y="995680"/>
            <a:ext cx="4690745" cy="2914015"/>
          </a:xfrm>
        </p:spPr>
        <p:txBody>
          <a:bodyPr wrap="square" anchor="b">
            <a:normAutofit/>
          </a:bodyPr>
          <a:lstStyle>
            <a:lvl1pPr algn="ctr">
              <a:defRPr sz="5800">
                <a:gradFill>
                  <a:gsLst>
                    <a:gs pos="0">
                      <a:schemeClr val="accent2">
                        <a:lumMod val="70000"/>
                        <a:lumOff val="30000"/>
                      </a:schemeClr>
                    </a:gs>
                    <a:gs pos="35000">
                      <a:schemeClr val="accent2"/>
                    </a:gs>
                    <a:gs pos="100000">
                      <a:schemeClr val="accent1"/>
                    </a:gs>
                  </a:gsLst>
                  <a:lin ang="3000000" scaled="0"/>
                </a:gradFill>
                <a:latin typeface="+mj-lt"/>
                <a:sym typeface="Arial" panose="020B0604020202020204" pitchFamily="34" charset="0"/>
              </a:defRPr>
            </a:lvl1pPr>
          </a:lstStyle>
          <a:p>
            <a:r>
              <a:rPr lang="en-US" dirty="0">
                <a:latin typeface="+mj-lt"/>
              </a:rPr>
              <a:t>Click to add title</a:t>
            </a:r>
            <a:endParaRPr lang="en-US" dirty="0"/>
          </a:p>
        </p:txBody>
      </p:sp>
      <p:sp>
        <p:nvSpPr>
          <p:cNvPr id="7" name="日期占位符 6"/>
          <p:cNvSpPr>
            <a:spLocks noGrp="1"/>
          </p:cNvSpPr>
          <p:nvPr>
            <p:ph type="dt" sz="half" idx="10"/>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10" name="矩形 9"/>
          <p:cNvSpPr/>
          <p:nvPr>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1" name="等腰三角形 15"/>
          <p:cNvSpPr/>
          <p:nvPr>
            <p:custDataLst>
              <p:tags r:id="rId3"/>
            </p:custDataLst>
          </p:nvPr>
        </p:nvSpPr>
        <p:spPr>
          <a:xfrm rot="13818227">
            <a:off x="10844016" y="394665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2" name="图片 11"/>
          <p:cNvPicPr>
            <a:picLocks noChangeAspect="1"/>
          </p:cNvPicPr>
          <p:nvPr>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985001" y="3981423"/>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13" name="等腰三角形 15"/>
          <p:cNvSpPr/>
          <p:nvPr>
            <p:custDataLst>
              <p:tags r:id="rId6"/>
            </p:custDataLst>
          </p:nvPr>
        </p:nvSpPr>
        <p:spPr>
          <a:xfrm rot="3018227">
            <a:off x="977129" y="580746"/>
            <a:ext cx="371259" cy="2335043"/>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4" name="图片 13"/>
          <p:cNvPicPr>
            <a:picLocks noChangeAspect="1"/>
          </p:cNvPicPr>
          <p:nvPr>
            <p:custDataLst>
              <p:tags r:id="rId7"/>
            </p:custDataLst>
          </p:nvPr>
        </p:nvPicPr>
        <p:blipFill>
          <a:blip r:embed="rId5">
            <a:extLst>
              <a:ext uri="{28A0092B-C50C-407E-A947-70E740481C1C}">
                <a14:useLocalDpi xmlns:a14="http://schemas.microsoft.com/office/drawing/2010/main" val="0"/>
              </a:ext>
            </a:extLst>
          </a:blip>
          <a:srcRect l="79693" t="52925"/>
          <a:stretch>
            <a:fillRect/>
          </a:stretch>
        </p:blipFill>
        <p:spPr>
          <a:xfrm rot="10800000">
            <a:off x="1317" y="4445"/>
            <a:ext cx="2206086" cy="2876577"/>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title" hasCustomPrompt="1"/>
            <p:custDataLst>
              <p:tags r:id="rId8"/>
            </p:custDataLst>
          </p:nvPr>
        </p:nvSpPr>
        <p:spPr>
          <a:xfrm>
            <a:off x="696000" y="3274695"/>
            <a:ext cx="10800000" cy="2646680"/>
          </a:xfrm>
        </p:spPr>
        <p:txBody>
          <a:bodyPr wrap="square" anchor="t" anchorCtr="0">
            <a:normAutofit/>
          </a:bodyPr>
          <a:lstStyle>
            <a:lvl1pPr algn="ctr">
              <a:defRPr sz="6000">
                <a:gradFill>
                  <a:gsLst>
                    <a:gs pos="0">
                      <a:schemeClr val="accent2">
                        <a:lumMod val="70000"/>
                        <a:lumOff val="30000"/>
                      </a:schemeClr>
                    </a:gs>
                    <a:gs pos="35000">
                      <a:schemeClr val="accent2"/>
                    </a:gs>
                    <a:gs pos="100000">
                      <a:schemeClr val="accent1"/>
                    </a:gs>
                  </a:gsLst>
                  <a:lin ang="3000000" scaled="0"/>
                </a:gradFill>
                <a:latin typeface="+mj-lt"/>
                <a:sym typeface="Arial" panose="020B0604020202020204" pitchFamily="34" charset="0"/>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10"/>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8" name="文本占位符 7"/>
          <p:cNvSpPr>
            <a:spLocks noGrp="1"/>
          </p:cNvSpPr>
          <p:nvPr>
            <p:ph type="body" sz="quarter" idx="13" hasCustomPrompt="1"/>
            <p:custDataLst>
              <p:tags r:id="rId12"/>
            </p:custDataLst>
          </p:nvPr>
        </p:nvSpPr>
        <p:spPr>
          <a:xfrm>
            <a:off x="1524000" y="307340"/>
            <a:ext cx="9144000" cy="2759710"/>
          </a:xfrm>
        </p:spPr>
        <p:txBody>
          <a:bodyPr wrap="none" anchor="b" anchorCtr="0">
            <a:normAutofit/>
          </a:bodyPr>
          <a:lstStyle>
            <a:lvl1pPr marL="0" indent="0" algn="ctr">
              <a:buNone/>
              <a:defRPr sz="5000">
                <a:gradFill>
                  <a:gsLst>
                    <a:gs pos="0">
                      <a:schemeClr val="accent2">
                        <a:lumMod val="70000"/>
                        <a:lumOff val="30000"/>
                      </a:schemeClr>
                    </a:gs>
                    <a:gs pos="35000">
                      <a:schemeClr val="accent2"/>
                    </a:gs>
                    <a:gs pos="100000">
                      <a:schemeClr val="accent1"/>
                    </a:gs>
                  </a:gsLst>
                  <a:lin ang="3000000" scaled="0"/>
                </a:gra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ctr">
            <a:normAutofit/>
          </a:bodyPr>
          <a:lstStyle>
            <a:lvl1pPr>
              <a:defRPr lang="en-US" dirty="0">
                <a:latin typeface="+mj-lt"/>
                <a:sym typeface="Arial" panose="020B06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5960" y="360045"/>
            <a:ext cx="10800715" cy="864235"/>
          </a:xfrm>
        </p:spPr>
        <p:txBody>
          <a:bodyPr vert="horz" wrap="square" lIns="0" tIns="0" rIns="0" bIns="0" rtlCol="0" anchor="ctr">
            <a:normAutofit/>
          </a:bodyPr>
          <a:lstStyle>
            <a:lvl1pPr>
              <a:defRPr lang="en-US" dirty="0">
                <a:latin typeface="+mj-lt"/>
                <a:sym typeface="Arial" panose="020B0604020202020204" pitchFamily="34" charset="0"/>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2"/>
          <p:cNvSpPr>
            <a:spLocks noGrp="1"/>
          </p:cNvSpPr>
          <p:nvPr>
            <p:ph idx="1" hasCustomPrompt="1"/>
            <p:custDataLst>
              <p:tags r:id="rId2"/>
            </p:custDataLst>
          </p:nvPr>
        </p:nvSpPr>
        <p:spPr>
          <a:xfrm>
            <a:off x="695960" y="360045"/>
            <a:ext cx="10801985" cy="5817870"/>
          </a:xfrm>
        </p:spPr>
        <p:txBody>
          <a:bodyPr wrap="square">
            <a:normAutofit/>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5"/>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5960" y="360045"/>
            <a:ext cx="10798810" cy="864235"/>
          </a:xfrm>
        </p:spPr>
        <p:txBody>
          <a:bodyPr wrap="square">
            <a:normAutofit/>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400" b="0">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6"/>
          <p:cNvSpPr>
            <a:spLocks noGrp="1"/>
          </p:cNvSpPr>
          <p:nvPr>
            <p:ph type="dt" sz="half" idx="10"/>
            <p:custDataLst>
              <p:tags r:id="rId4"/>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6"/>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11" name="矩形 10"/>
          <p:cNvSpPr/>
          <p:nvPr>
            <p:custDataLst>
              <p:tags r:id="rId2"/>
            </p:custDataLst>
          </p:nvPr>
        </p:nvSpPr>
        <p:spPr>
          <a:xfrm>
            <a:off x="0" y="-6350"/>
            <a:ext cx="12192000" cy="6864349"/>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sp>
        <p:nvSpPr>
          <p:cNvPr id="12" name="等腰三角形 15"/>
          <p:cNvSpPr/>
          <p:nvPr>
            <p:custDataLst>
              <p:tags r:id="rId3"/>
            </p:custDataLst>
          </p:nvPr>
        </p:nvSpPr>
        <p:spPr>
          <a:xfrm rot="13818227">
            <a:off x="10679324" y="3597564"/>
            <a:ext cx="416585" cy="2620125"/>
          </a:xfrm>
          <a:custGeom>
            <a:avLst/>
            <a:gdLst>
              <a:gd name="connsiteX0" fmla="*/ 0 w 290384"/>
              <a:gd name="connsiteY0" fmla="*/ 1623154 h 1623154"/>
              <a:gd name="connsiteX1" fmla="*/ 145192 w 290384"/>
              <a:gd name="connsiteY1" fmla="*/ 0 h 1623154"/>
              <a:gd name="connsiteX2" fmla="*/ 290384 w 290384"/>
              <a:gd name="connsiteY2" fmla="*/ 1623154 h 1623154"/>
              <a:gd name="connsiteX3" fmla="*/ 0 w 290384"/>
              <a:gd name="connsiteY3" fmla="*/ 1623154 h 1623154"/>
              <a:gd name="connsiteX0-1" fmla="*/ 0 w 554115"/>
              <a:gd name="connsiteY0-2" fmla="*/ 1623154 h 2423897"/>
              <a:gd name="connsiteX1-3" fmla="*/ 145192 w 554115"/>
              <a:gd name="connsiteY1-4" fmla="*/ 0 h 2423897"/>
              <a:gd name="connsiteX2-5" fmla="*/ 554115 w 554115"/>
              <a:gd name="connsiteY2-6" fmla="*/ 2423897 h 2423897"/>
              <a:gd name="connsiteX3-7" fmla="*/ 0 w 554115"/>
              <a:gd name="connsiteY3-8" fmla="*/ 1623154 h 2423897"/>
              <a:gd name="connsiteX0-9" fmla="*/ 0 w 696358"/>
              <a:gd name="connsiteY0-10" fmla="*/ 2495406 h 2495406"/>
              <a:gd name="connsiteX1-11" fmla="*/ 287435 w 696358"/>
              <a:gd name="connsiteY1-12" fmla="*/ 0 h 2495406"/>
              <a:gd name="connsiteX2-13" fmla="*/ 696358 w 696358"/>
              <a:gd name="connsiteY2-14" fmla="*/ 2423897 h 2495406"/>
              <a:gd name="connsiteX3-15" fmla="*/ 0 w 696358"/>
              <a:gd name="connsiteY3-16" fmla="*/ 2495406 h 2495406"/>
              <a:gd name="connsiteX0-17" fmla="*/ 0 w 696358"/>
              <a:gd name="connsiteY0-18" fmla="*/ 2223416 h 2223416"/>
              <a:gd name="connsiteX1-19" fmla="*/ 272100 w 696358"/>
              <a:gd name="connsiteY1-20" fmla="*/ 0 h 2223416"/>
              <a:gd name="connsiteX2-21" fmla="*/ 696358 w 696358"/>
              <a:gd name="connsiteY2-22" fmla="*/ 2151907 h 2223416"/>
              <a:gd name="connsiteX3-23" fmla="*/ 0 w 696358"/>
              <a:gd name="connsiteY3-24" fmla="*/ 2223416 h 2223416"/>
              <a:gd name="connsiteX0-25" fmla="*/ 5271 w 701629"/>
              <a:gd name="connsiteY0-26" fmla="*/ 2223416 h 2223416"/>
              <a:gd name="connsiteX1-27" fmla="*/ 277371 w 701629"/>
              <a:gd name="connsiteY1-28" fmla="*/ 0 h 2223416"/>
              <a:gd name="connsiteX2-29" fmla="*/ 701629 w 701629"/>
              <a:gd name="connsiteY2-30" fmla="*/ 2151907 h 2223416"/>
              <a:gd name="connsiteX3-31" fmla="*/ 5271 w 701629"/>
              <a:gd name="connsiteY3-32" fmla="*/ 2223416 h 2223416"/>
              <a:gd name="connsiteX0-33" fmla="*/ 5271 w 701629"/>
              <a:gd name="connsiteY0-34" fmla="*/ 2223416 h 2495503"/>
              <a:gd name="connsiteX1-35" fmla="*/ 277371 w 701629"/>
              <a:gd name="connsiteY1-36" fmla="*/ 0 h 2495503"/>
              <a:gd name="connsiteX2-37" fmla="*/ 701629 w 701629"/>
              <a:gd name="connsiteY2-38" fmla="*/ 2151907 h 2495503"/>
              <a:gd name="connsiteX3-39" fmla="*/ 5271 w 701629"/>
              <a:gd name="connsiteY3-40" fmla="*/ 2223416 h 2495503"/>
              <a:gd name="connsiteX0-41" fmla="*/ 5271 w 564476"/>
              <a:gd name="connsiteY0-42" fmla="*/ 2223416 h 2609599"/>
              <a:gd name="connsiteX1-43" fmla="*/ 277371 w 564476"/>
              <a:gd name="connsiteY1-44" fmla="*/ 0 h 2609599"/>
              <a:gd name="connsiteX2-45" fmla="*/ 564476 w 564476"/>
              <a:gd name="connsiteY2-46" fmla="*/ 2496083 h 2609599"/>
              <a:gd name="connsiteX3-47" fmla="*/ 5271 w 564476"/>
              <a:gd name="connsiteY3-48" fmla="*/ 2223416 h 2609599"/>
              <a:gd name="connsiteX0-49" fmla="*/ 5271 w 387336"/>
              <a:gd name="connsiteY0-50" fmla="*/ 2223416 h 2547200"/>
              <a:gd name="connsiteX1-51" fmla="*/ 277371 w 387336"/>
              <a:gd name="connsiteY1-52" fmla="*/ 0 h 2547200"/>
              <a:gd name="connsiteX2-53" fmla="*/ 387336 w 387336"/>
              <a:gd name="connsiteY2-54" fmla="*/ 2336659 h 2547200"/>
              <a:gd name="connsiteX3-55" fmla="*/ 5271 w 387336"/>
              <a:gd name="connsiteY3-56" fmla="*/ 2223416 h 2547200"/>
              <a:gd name="connsiteX0-57" fmla="*/ 4724 w 416585"/>
              <a:gd name="connsiteY0-58" fmla="*/ 2266767 h 2576790"/>
              <a:gd name="connsiteX1-59" fmla="*/ 306620 w 416585"/>
              <a:gd name="connsiteY1-60" fmla="*/ 0 h 2576790"/>
              <a:gd name="connsiteX2-61" fmla="*/ 416585 w 416585"/>
              <a:gd name="connsiteY2-62" fmla="*/ 2336659 h 2576790"/>
              <a:gd name="connsiteX3-63" fmla="*/ 4724 w 416585"/>
              <a:gd name="connsiteY3-64" fmla="*/ 2266767 h 2576790"/>
              <a:gd name="connsiteX0-65" fmla="*/ 4724 w 416585"/>
              <a:gd name="connsiteY0-66" fmla="*/ 2266767 h 2620125"/>
              <a:gd name="connsiteX1-67" fmla="*/ 306620 w 416585"/>
              <a:gd name="connsiteY1-68" fmla="*/ 0 h 2620125"/>
              <a:gd name="connsiteX2-69" fmla="*/ 416585 w 416585"/>
              <a:gd name="connsiteY2-70" fmla="*/ 2336659 h 2620125"/>
              <a:gd name="connsiteX3-71" fmla="*/ 4724 w 416585"/>
              <a:gd name="connsiteY3-72" fmla="*/ 2266767 h 2620125"/>
            </a:gdLst>
            <a:ahLst/>
            <a:cxnLst>
              <a:cxn ang="0">
                <a:pos x="connsiteX0-1" y="connsiteY0-2"/>
              </a:cxn>
              <a:cxn ang="0">
                <a:pos x="connsiteX1-3" y="connsiteY1-4"/>
              </a:cxn>
              <a:cxn ang="0">
                <a:pos x="connsiteX2-5" y="connsiteY2-6"/>
              </a:cxn>
              <a:cxn ang="0">
                <a:pos x="connsiteX3-7" y="connsiteY3-8"/>
              </a:cxn>
            </a:cxnLst>
            <a:rect l="l" t="t" r="r" b="b"/>
            <a:pathLst>
              <a:path w="416585" h="2620125">
                <a:moveTo>
                  <a:pt x="4724" y="2266767"/>
                </a:moveTo>
                <a:cubicBezTo>
                  <a:pt x="-37600" y="1477099"/>
                  <a:pt x="215920" y="741139"/>
                  <a:pt x="306620" y="0"/>
                </a:cubicBezTo>
                <a:lnTo>
                  <a:pt x="416585" y="2336659"/>
                </a:lnTo>
                <a:cubicBezTo>
                  <a:pt x="327450" y="2516325"/>
                  <a:pt x="366164" y="2907341"/>
                  <a:pt x="4724" y="2266767"/>
                </a:cubicBezTo>
                <a:close/>
              </a:path>
            </a:pathLst>
          </a:custGeom>
          <a:gradFill>
            <a:gsLst>
              <a:gs pos="0">
                <a:schemeClr val="tx1">
                  <a:alpha val="8000"/>
                </a:schemeClr>
              </a:gs>
              <a:gs pos="100000">
                <a:schemeClr val="bg1">
                  <a:alpha val="0"/>
                </a:schemeClr>
              </a:gs>
            </a:gsLst>
            <a:lin ang="5400000" scaled="0"/>
          </a:gradFill>
          <a:ln w="28575">
            <a:noFill/>
          </a:ln>
          <a:effectLst>
            <a:glow>
              <a:schemeClr val="tx1">
                <a:alpha val="2000"/>
              </a:schemeClr>
            </a:glow>
            <a:outerShdw blurRad="406400" dist="50800" dir="5400000" algn="ctr" rotWithShape="0">
              <a:srgbClr val="000000">
                <a:alpha val="43137"/>
              </a:srgbClr>
            </a:outerShdw>
            <a:softEdge rad="25400"/>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en-US" sz="1600">
              <a:latin typeface="Arial" panose="020B0604020202020204" pitchFamily="34" charset="0"/>
              <a:sym typeface="Arial" panose="020B0604020202020204" pitchFamily="34" charset="0"/>
            </a:endParaRPr>
          </a:p>
        </p:txBody>
      </p:sp>
      <p:pic>
        <p:nvPicPr>
          <p:cNvPr id="13" name="图片 12"/>
          <p:cNvPicPr>
            <a:picLocks noChangeAspect="1"/>
          </p:cNvPicPr>
          <p:nvPr>
            <p:custDataLst>
              <p:tags r:id="rId4"/>
            </p:custDataLst>
          </p:nvPr>
        </p:nvPicPr>
        <p:blipFill>
          <a:blip r:embed="rId5">
            <a:extLst>
              <a:ext uri="{28A0092B-C50C-407E-A947-70E740481C1C}">
                <a14:useLocalDpi xmlns:a14="http://schemas.microsoft.com/office/drawing/2010/main" val="0"/>
              </a:ext>
            </a:extLst>
          </a:blip>
          <a:srcRect l="79693" t="52925"/>
          <a:stretch>
            <a:fillRect/>
          </a:stretch>
        </p:blipFill>
        <p:spPr>
          <a:xfrm>
            <a:off x="9715433" y="3636576"/>
            <a:ext cx="2475424" cy="3227774"/>
          </a:xfrm>
          <a:custGeom>
            <a:avLst/>
            <a:gdLst>
              <a:gd name="connsiteX0" fmla="*/ 2475424 w 2475424"/>
              <a:gd name="connsiteY0" fmla="*/ 0 h 3227774"/>
              <a:gd name="connsiteX1" fmla="*/ 2475424 w 2475424"/>
              <a:gd name="connsiteY1" fmla="*/ 3227774 h 3227774"/>
              <a:gd name="connsiteX2" fmla="*/ 0 w 2475424"/>
              <a:gd name="connsiteY2" fmla="*/ 3227774 h 3227774"/>
              <a:gd name="connsiteX3" fmla="*/ 130248 w 2475424"/>
              <a:gd name="connsiteY3" fmla="*/ 3220104 h 3227774"/>
              <a:gd name="connsiteX4" fmla="*/ 299163 w 2475424"/>
              <a:gd name="connsiteY4" fmla="*/ 1869687 h 3227774"/>
              <a:gd name="connsiteX5" fmla="*/ 2438452 w 2475424"/>
              <a:gd name="connsiteY5" fmla="*/ 179447 h 322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5424" h="3227774">
                <a:moveTo>
                  <a:pt x="2475424" y="0"/>
                </a:moveTo>
                <a:lnTo>
                  <a:pt x="2475424" y="3227774"/>
                </a:lnTo>
                <a:lnTo>
                  <a:pt x="0" y="3227774"/>
                </a:lnTo>
                <a:lnTo>
                  <a:pt x="130248" y="3220104"/>
                </a:lnTo>
                <a:cubicBezTo>
                  <a:pt x="961732" y="3145615"/>
                  <a:pt x="1023033" y="2778241"/>
                  <a:pt x="299163" y="1869687"/>
                </a:cubicBezTo>
                <a:cubicBezTo>
                  <a:pt x="1106497" y="1359631"/>
                  <a:pt x="2186576" y="1062514"/>
                  <a:pt x="2438452" y="179447"/>
                </a:cubicBezTo>
                <a:close/>
              </a:path>
            </a:pathLst>
          </a:custGeom>
          <a:effectLst/>
        </p:spPr>
      </p:pic>
      <p:sp>
        <p:nvSpPr>
          <p:cNvPr id="2" name="标题 1"/>
          <p:cNvSpPr>
            <a:spLocks noGrp="1"/>
          </p:cNvSpPr>
          <p:nvPr>
            <p:ph type="ctrTitle" hasCustomPrompt="1"/>
            <p:custDataLst>
              <p:tags r:id="rId6"/>
            </p:custDataLst>
          </p:nvPr>
        </p:nvSpPr>
        <p:spPr>
          <a:xfrm>
            <a:off x="838835" y="212725"/>
            <a:ext cx="10514965" cy="2973070"/>
          </a:xfrm>
          <a:noFill/>
        </p:spPr>
        <p:txBody>
          <a:bodyPr vert="horz" wrap="square" lIns="0" tIns="0" rIns="0" bIns="0" rtlCol="0" anchor="b" anchorCtr="0">
            <a:normAutofit/>
          </a:bodyPr>
          <a:lstStyle>
            <a:lvl1pPr marL="0" marR="0" lvl="0" algn="l" defTabSz="1218565" rtl="0" eaLnBrk="1" fontAlgn="auto" latinLnBrk="0" hangingPunct="1">
              <a:lnSpc>
                <a:spcPct val="100000"/>
              </a:lnSpc>
              <a:buClrTx/>
              <a:buSzTx/>
              <a:buFontTx/>
              <a:buNone/>
              <a:defRPr kumimoji="0" lang="en-US" sz="6000" b="1" i="0" u="none" strike="noStrike" kern="1200" cap="none" spc="0" normalizeH="0" baseline="0" noProof="1" dirty="0">
                <a:gradFill flip="none" rotWithShape="1">
                  <a:gsLst>
                    <a:gs pos="0">
                      <a:schemeClr val="accent2">
                        <a:lumMod val="60000"/>
                        <a:lumOff val="40000"/>
                      </a:schemeClr>
                    </a:gs>
                    <a:gs pos="35000">
                      <a:schemeClr val="accent2"/>
                    </a:gs>
                    <a:gs pos="100000">
                      <a:schemeClr val="accent1"/>
                    </a:gs>
                  </a:gsLst>
                  <a:lin ang="3000000" scaled="0"/>
                  <a:tileRect/>
                </a:gradFill>
                <a:latin typeface="+mj-lt"/>
                <a:sym typeface="+mn-ea"/>
              </a:defRPr>
            </a:lvl1pPr>
          </a:lstStyle>
          <a:p>
            <a:pPr lvl="0"/>
            <a:r>
              <a:rPr dirty="0">
                <a:sym typeface="+mn-ea"/>
              </a:rPr>
              <a:t>Click to add title</a:t>
            </a:r>
            <a:endParaRPr dirty="0">
              <a:sym typeface="+mn-ea"/>
            </a:endParaRPr>
          </a:p>
        </p:txBody>
      </p:sp>
      <p:sp>
        <p:nvSpPr>
          <p:cNvPr id="4" name="日期占位符 3"/>
          <p:cNvSpPr>
            <a:spLocks noGrp="1"/>
          </p:cNvSpPr>
          <p:nvPr>
            <p:ph type="dt" sz="half" idx="10"/>
            <p:custDataLst>
              <p:tags r:id="rId7"/>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8"/>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9"/>
            </p:custDataLst>
          </p:nvPr>
        </p:nvSpPr>
        <p:spPr>
          <a:xfrm>
            <a:off x="8610600" y="6356350"/>
            <a:ext cx="2743200" cy="365125"/>
          </a:xfrm>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10" name="文本占位符 9"/>
          <p:cNvSpPr>
            <a:spLocks noGrp="1"/>
          </p:cNvSpPr>
          <p:nvPr>
            <p:ph type="body" sz="quarter" idx="13" hasCustomPrompt="1"/>
            <p:custDataLst>
              <p:tags r:id="rId10"/>
            </p:custDataLst>
          </p:nvPr>
        </p:nvSpPr>
        <p:spPr>
          <a:xfrm>
            <a:off x="892175" y="5288280"/>
            <a:ext cx="7315200" cy="894715"/>
          </a:xfrm>
        </p:spPr>
        <p:txBody>
          <a:bodyPr vert="horz" wrap="square" lIns="0" tIns="0" rIns="0" bIns="0" rtlCol="0" anchor="b" anchorCtr="0">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1800" b="1" i="0" u="none" strike="noStrike" kern="1200" cap="none" spc="0" normalizeH="0" baseline="0" noProof="1" dirty="0">
                <a:gradFill>
                  <a:gsLst>
                    <a:gs pos="0">
                      <a:schemeClr val="accent2">
                        <a:lumMod val="70000"/>
                        <a:lumOff val="30000"/>
                      </a:schemeClr>
                    </a:gs>
                    <a:gs pos="35000">
                      <a:schemeClr val="accent2"/>
                    </a:gs>
                    <a:gs pos="100000">
                      <a:schemeClr val="accent1"/>
                    </a:gs>
                  </a:gsLst>
                  <a:lin ang="3000000" scaled="0"/>
                </a:gradFill>
                <a:latin typeface="+mn-lt"/>
                <a:sym typeface="+mn-ea"/>
              </a:defRPr>
            </a:lvl1pPr>
          </a:lstStyle>
          <a:p>
            <a:pPr lvl="0"/>
            <a:r>
              <a:rPr>
                <a:sym typeface="+mn-ea"/>
              </a:rPr>
              <a:t>Click to add text</a:t>
            </a:r>
            <a:endParaRPr>
              <a:sym typeface="+mn-ea"/>
            </a:endParaRPr>
          </a:p>
        </p:txBody>
      </p:sp>
      <p:sp>
        <p:nvSpPr>
          <p:cNvPr id="24" name="文本占位符 23"/>
          <p:cNvSpPr>
            <a:spLocks noGrp="1"/>
          </p:cNvSpPr>
          <p:nvPr>
            <p:ph type="body" sz="quarter" idx="17" hasCustomPrompt="1"/>
            <p:custDataLst>
              <p:tags r:id="rId11"/>
            </p:custDataLst>
          </p:nvPr>
        </p:nvSpPr>
        <p:spPr>
          <a:xfrm>
            <a:off x="1443990" y="3674110"/>
            <a:ext cx="9910445" cy="1203960"/>
          </a:xfrm>
        </p:spPr>
        <p:txBody>
          <a:bodyPr vert="horz" wrap="square" lIns="0" tIns="0" rIns="0" bIns="0" rtlCol="0" anchor="t" anchorCtr="0">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2000" b="1" i="0" u="none" strike="noStrike" kern="1200" cap="none" spc="0" normalizeH="0" baseline="0" noProof="1" dirty="0">
                <a:gradFill>
                  <a:gsLst>
                    <a:gs pos="0">
                      <a:schemeClr val="accent2">
                        <a:lumMod val="60000"/>
                        <a:lumOff val="40000"/>
                      </a:schemeClr>
                    </a:gs>
                    <a:gs pos="35000">
                      <a:schemeClr val="accent2"/>
                    </a:gs>
                    <a:gs pos="100000">
                      <a:schemeClr val="accent1"/>
                    </a:gs>
                  </a:gsLst>
                  <a:lin ang="3000000" scaled="0"/>
                </a:gradFill>
                <a:latin typeface="+mn-lt"/>
                <a:sym typeface="+mn-ea"/>
              </a:defRPr>
            </a:lvl1pPr>
          </a:lstStyle>
          <a:p>
            <a:pPr lvl="0"/>
            <a:r>
              <a:rPr>
                <a:sym typeface="+mn-ea"/>
              </a:rPr>
              <a:t>Click to add text</a:t>
            </a:r>
            <a:endParaRPr>
              <a:sym typeface="+mn-ea"/>
            </a:endParaRPr>
          </a:p>
        </p:txBody>
      </p:sp>
      <p:sp>
        <p:nvSpPr>
          <p:cNvPr id="9" name="iconfont-10342-5064101"/>
          <p:cNvSpPr>
            <a:spLocks noChangeAspect="1"/>
          </p:cNvSpPr>
          <p:nvPr>
            <p:custDataLst>
              <p:tags r:id="rId12"/>
            </p:custDataLst>
          </p:nvPr>
        </p:nvSpPr>
        <p:spPr>
          <a:xfrm>
            <a:off x="838833" y="3603245"/>
            <a:ext cx="432000" cy="432000"/>
          </a:xfrm>
          <a:custGeom>
            <a:avLst/>
            <a:gdLst>
              <a:gd name="T0" fmla="*/ 4360 w 8720"/>
              <a:gd name="T1" fmla="*/ 8720 h 8720"/>
              <a:gd name="T2" fmla="*/ 0 w 8720"/>
              <a:gd name="T3" fmla="*/ 4360 h 8720"/>
              <a:gd name="T4" fmla="*/ 4360 w 8720"/>
              <a:gd name="T5" fmla="*/ 0 h 8720"/>
              <a:gd name="T6" fmla="*/ 8720 w 8720"/>
              <a:gd name="T7" fmla="*/ 4360 h 8720"/>
              <a:gd name="T8" fmla="*/ 4360 w 8720"/>
              <a:gd name="T9" fmla="*/ 8720 h 8720"/>
              <a:gd name="T10" fmla="*/ 6520 w 8720"/>
              <a:gd name="T11" fmla="*/ 5320 h 8720"/>
              <a:gd name="T12" fmla="*/ 6120 w 8720"/>
              <a:gd name="T13" fmla="*/ 5160 h 8720"/>
              <a:gd name="T14" fmla="*/ 5040 w 8720"/>
              <a:gd name="T15" fmla="*/ 4680 h 8720"/>
              <a:gd name="T16" fmla="*/ 5240 w 8720"/>
              <a:gd name="T17" fmla="*/ 4120 h 8720"/>
              <a:gd name="T18" fmla="*/ 5520 w 8720"/>
              <a:gd name="T19" fmla="*/ 2600 h 8720"/>
              <a:gd name="T20" fmla="*/ 4440 w 8720"/>
              <a:gd name="T21" fmla="*/ 1800 h 8720"/>
              <a:gd name="T22" fmla="*/ 3360 w 8720"/>
              <a:gd name="T23" fmla="*/ 2600 h 8720"/>
              <a:gd name="T24" fmla="*/ 3640 w 8720"/>
              <a:gd name="T25" fmla="*/ 4120 h 8720"/>
              <a:gd name="T26" fmla="*/ 3840 w 8720"/>
              <a:gd name="T27" fmla="*/ 4680 h 8720"/>
              <a:gd name="T28" fmla="*/ 2760 w 8720"/>
              <a:gd name="T29" fmla="*/ 5160 h 8720"/>
              <a:gd name="T30" fmla="*/ 2360 w 8720"/>
              <a:gd name="T31" fmla="*/ 5320 h 8720"/>
              <a:gd name="T32" fmla="*/ 2240 w 8720"/>
              <a:gd name="T33" fmla="*/ 6520 h 8720"/>
              <a:gd name="T34" fmla="*/ 6600 w 8720"/>
              <a:gd name="T35" fmla="*/ 6520 h 8720"/>
              <a:gd name="T36" fmla="*/ 6520 w 8720"/>
              <a:gd name="T37" fmla="*/ 5320 h 8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720" h="8720">
                <a:moveTo>
                  <a:pt x="4360" y="8720"/>
                </a:moveTo>
                <a:cubicBezTo>
                  <a:pt x="1960" y="8720"/>
                  <a:pt x="0" y="6760"/>
                  <a:pt x="0" y="4360"/>
                </a:cubicBezTo>
                <a:cubicBezTo>
                  <a:pt x="0" y="1960"/>
                  <a:pt x="1960" y="0"/>
                  <a:pt x="4360" y="0"/>
                </a:cubicBezTo>
                <a:cubicBezTo>
                  <a:pt x="6760" y="0"/>
                  <a:pt x="8720" y="1960"/>
                  <a:pt x="8720" y="4360"/>
                </a:cubicBezTo>
                <a:cubicBezTo>
                  <a:pt x="8720" y="6760"/>
                  <a:pt x="6760" y="8720"/>
                  <a:pt x="4360" y="8720"/>
                </a:cubicBezTo>
                <a:close/>
                <a:moveTo>
                  <a:pt x="6520" y="5320"/>
                </a:moveTo>
                <a:cubicBezTo>
                  <a:pt x="6400" y="5240"/>
                  <a:pt x="6280" y="5200"/>
                  <a:pt x="6120" y="5160"/>
                </a:cubicBezTo>
                <a:cubicBezTo>
                  <a:pt x="5760" y="5080"/>
                  <a:pt x="5320" y="5040"/>
                  <a:pt x="5040" y="4680"/>
                </a:cubicBezTo>
                <a:cubicBezTo>
                  <a:pt x="5040" y="4680"/>
                  <a:pt x="4880" y="4520"/>
                  <a:pt x="5240" y="4120"/>
                </a:cubicBezTo>
                <a:cubicBezTo>
                  <a:pt x="5600" y="3720"/>
                  <a:pt x="5600" y="3080"/>
                  <a:pt x="5520" y="2600"/>
                </a:cubicBezTo>
                <a:cubicBezTo>
                  <a:pt x="5440" y="2120"/>
                  <a:pt x="4960" y="1800"/>
                  <a:pt x="4440" y="1800"/>
                </a:cubicBezTo>
                <a:cubicBezTo>
                  <a:pt x="3920" y="1800"/>
                  <a:pt x="3440" y="2120"/>
                  <a:pt x="3360" y="2600"/>
                </a:cubicBezTo>
                <a:cubicBezTo>
                  <a:pt x="3280" y="3080"/>
                  <a:pt x="3320" y="3720"/>
                  <a:pt x="3640" y="4120"/>
                </a:cubicBezTo>
                <a:cubicBezTo>
                  <a:pt x="4000" y="4520"/>
                  <a:pt x="3840" y="4680"/>
                  <a:pt x="3840" y="4680"/>
                </a:cubicBezTo>
                <a:cubicBezTo>
                  <a:pt x="3560" y="5040"/>
                  <a:pt x="3120" y="5080"/>
                  <a:pt x="2760" y="5160"/>
                </a:cubicBezTo>
                <a:cubicBezTo>
                  <a:pt x="2600" y="5200"/>
                  <a:pt x="2480" y="5240"/>
                  <a:pt x="2360" y="5320"/>
                </a:cubicBezTo>
                <a:cubicBezTo>
                  <a:pt x="2120" y="5440"/>
                  <a:pt x="2240" y="6520"/>
                  <a:pt x="2240" y="6520"/>
                </a:cubicBezTo>
                <a:lnTo>
                  <a:pt x="6600" y="6520"/>
                </a:lnTo>
                <a:cubicBezTo>
                  <a:pt x="6520" y="6520"/>
                  <a:pt x="6600" y="5480"/>
                  <a:pt x="6520" y="532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atin typeface="Arial" panose="020B0604020202020204" pitchFamily="34" charset="0"/>
              <a:sym typeface="+mn-l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1" Type="http://schemas.openxmlformats.org/officeDocument/2006/relationships/theme" Target="../theme/theme2.xml"/><Relationship Id="rId20" Type="http://schemas.openxmlformats.org/officeDocument/2006/relationships/tags" Target="../tags/tag141.xml"/><Relationship Id="rId2" Type="http://schemas.openxmlformats.org/officeDocument/2006/relationships/slideLayout" Target="../slideLayouts/slideLayout14.xml"/><Relationship Id="rId19" Type="http://schemas.openxmlformats.org/officeDocument/2006/relationships/tags" Target="../tags/tag140.xml"/><Relationship Id="rId18" Type="http://schemas.openxmlformats.org/officeDocument/2006/relationships/tags" Target="../tags/tag139.xml"/><Relationship Id="rId17" Type="http://schemas.openxmlformats.org/officeDocument/2006/relationships/tags" Target="../tags/tag138.xml"/><Relationship Id="rId16" Type="http://schemas.openxmlformats.org/officeDocument/2006/relationships/tags" Target="../tags/tag137.xml"/><Relationship Id="rId15" Type="http://schemas.openxmlformats.org/officeDocument/2006/relationships/tags" Target="../tags/tag136.xml"/><Relationship Id="rId14" Type="http://schemas.openxmlformats.org/officeDocument/2006/relationships/image" Target="../media/image2.png"/><Relationship Id="rId13" Type="http://schemas.openxmlformats.org/officeDocument/2006/relationships/tags" Target="../tags/tag13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图片 7" descr="商务-红色-折纸_03"/>
          <p:cNvPicPr>
            <a:picLocks noChangeAspect="1"/>
          </p:cNvPicPr>
          <p:nvPr>
            <p:custDataLst>
              <p:tags r:id="rId13"/>
            </p:custDataLst>
          </p:nvPr>
        </p:nvPicPr>
        <p:blipFill>
          <a:blip r:embed="rId14"/>
          <a:stretch>
            <a:fillRect/>
          </a:stretch>
        </p:blipFill>
        <p:spPr>
          <a:xfrm>
            <a:off x="0" y="0"/>
            <a:ext cx="12192000" cy="6858000"/>
          </a:xfrm>
          <a:prstGeom prst="rect">
            <a:avLst/>
          </a:prstGeom>
        </p:spPr>
      </p:pic>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7" name="KSO_TEMPLATE" hidden="1"/>
          <p:cNvSpPr/>
          <p:nvPr>
            <p:custDataLst>
              <p:tags r:id="rId20"/>
            </p:custDataLst>
          </p:nvPr>
        </p:nvSpPr>
        <p:spPr>
          <a:xfrm>
            <a:off x="0" y="0"/>
            <a:ext cx="0" cy="0"/>
          </a:xfrm>
          <a:prstGeom prst="rect">
            <a:avLst/>
          </a:prstGeom>
          <a:gradFill>
            <a:gsLst>
              <a:gs pos="0">
                <a:schemeClr val="accent3">
                  <a:lumMod val="80000"/>
                  <a:lumOff val="20000"/>
                </a:schemeClr>
              </a:gs>
              <a:gs pos="50000">
                <a:schemeClr val="accent2"/>
              </a:gs>
              <a:gs pos="100000">
                <a:schemeClr val="accent1"/>
              </a:gs>
            </a:gsLst>
            <a:lin ang="10800000" scaled="0"/>
          </a:gradFill>
          <a:ln w="285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compatLnSpc="1">
            <a:noAutofit/>
          </a:bodyPr>
          <a:p>
            <a:pPr algn="ctr"/>
            <a:endParaRPr lang="zh-CN" altLang="en-US" sz="160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100000"/>
        </a:lnSpc>
        <a:spcBef>
          <a:spcPct val="0"/>
        </a:spcBef>
        <a:buNone/>
        <a:defRPr sz="3200" b="1" kern="1200">
          <a:gradFill>
            <a:gsLst>
              <a:gs pos="0">
                <a:schemeClr val="accent2">
                  <a:lumMod val="70000"/>
                  <a:lumOff val="30000"/>
                </a:schemeClr>
              </a:gs>
              <a:gs pos="35000">
                <a:schemeClr val="accent2"/>
              </a:gs>
              <a:gs pos="100000">
                <a:schemeClr val="accent1"/>
              </a:gs>
            </a:gsLst>
            <a:lin ang="3000000" scaled="0"/>
          </a:gra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6.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58.xml"/><Relationship Id="rId1" Type="http://schemas.openxmlformats.org/officeDocument/2006/relationships/tags" Target="../tags/tag15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4.xml"/><Relationship Id="rId3" Type="http://schemas.openxmlformats.org/officeDocument/2006/relationships/image" Target="../media/image3.png"/><Relationship Id="rId2" Type="http://schemas.openxmlformats.org/officeDocument/2006/relationships/tags" Target="../tags/tag163.xml"/><Relationship Id="rId1" Type="http://schemas.openxmlformats.org/officeDocument/2006/relationships/tags" Target="../tags/tag16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5.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168.xml"/><Relationship Id="rId3" Type="http://schemas.openxmlformats.org/officeDocument/2006/relationships/image" Target="../media/image5.png"/><Relationship Id="rId2" Type="http://schemas.openxmlformats.org/officeDocument/2006/relationships/tags" Target="../tags/tag167.xml"/><Relationship Id="rId1" Type="http://schemas.openxmlformats.org/officeDocument/2006/relationships/tags" Target="../tags/tag16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9.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0.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sz="3600">
                <a:latin typeface="Arial" panose="020B0604020202020204" pitchFamily="34" charset="0"/>
                <a:ea typeface="+mn-ea"/>
                <a:cs typeface="Arial" panose="020B0604020202020204" pitchFamily="34" charset="0"/>
                <a:sym typeface="+mn-ea"/>
              </a:rPr>
              <a:t>Predicting Insurance Costs with Machine Learning</a:t>
            </a:r>
            <a:endParaRPr lang="en-US" sz="3600"/>
          </a:p>
        </p:txBody>
      </p:sp>
      <p:sp>
        <p:nvSpPr>
          <p:cNvPr id="5" name="Text Placeholder 4"/>
          <p:cNvSpPr>
            <a:spLocks noGrp="1"/>
          </p:cNvSpPr>
          <p:nvPr>
            <p:ph type="body" sz="quarter" idx="13"/>
            <p:custDataLst>
              <p:tags r:id="rId2"/>
            </p:custDataLst>
          </p:nvPr>
        </p:nvSpPr>
        <p:spPr>
          <a:xfrm>
            <a:off x="1524000" y="307340"/>
            <a:ext cx="9144000" cy="2086610"/>
          </a:xfrm>
        </p:spPr>
        <p:txBody>
          <a:bodyPr/>
          <a:p>
            <a:pPr algn="ctr"/>
            <a:r>
              <a:rPr lang="en-US" altLang="en-US" sz="6000" dirty="0">
                <a:latin typeface="Bahnschrift SemiLight" panose="020B0502040204020203" charset="0"/>
                <a:cs typeface="Bahnschrift SemiLight" panose="020B0502040204020203" charset="0"/>
                <a:sym typeface="+mn-ea"/>
              </a:rPr>
              <a:t>SmartPremium</a:t>
            </a:r>
            <a:endParaRPr lang="en-US" sz="6000">
              <a:latin typeface="Bahnschrift SemiLight" panose="020B0502040204020203" charset="0"/>
              <a:cs typeface="Bahnschrift SemiLight" panose="020B0502040204020203"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t>Project Overview</a:t>
            </a:r>
            <a:endParaRPr lang="en-US" altLang="en-US"/>
          </a:p>
        </p:txBody>
      </p:sp>
      <p:sp>
        <p:nvSpPr>
          <p:cNvPr id="5" name="Content Placeholder 4"/>
          <p:cNvSpPr>
            <a:spLocks noGrp="1"/>
          </p:cNvSpPr>
          <p:nvPr>
            <p:ph idx="1"/>
            <p:custDataLst>
              <p:tags r:id="rId2"/>
            </p:custDataLst>
          </p:nvPr>
        </p:nvSpPr>
        <p:spPr>
          <a:xfrm>
            <a:off x="695960" y="2387600"/>
            <a:ext cx="10800080" cy="2516505"/>
          </a:xfrm>
        </p:spPr>
        <p:txBody>
          <a:bodyPr/>
          <a:p>
            <a:r>
              <a:rPr lang="en-US" altLang="en-US">
                <a:latin typeface="Arial" panose="020B0604020202020204" pitchFamily="34" charset="0"/>
                <a:cs typeface="Arial" panose="020B0604020202020204" pitchFamily="34" charset="0"/>
              </a:rPr>
              <a:t>The objective of this project is to develop a Machine Learning regression model that predicts insurance premium amounts based on customer characteristics and policy information.</a:t>
            </a:r>
            <a:endParaRPr lang="en-US" altLang="en-US">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Data Exploration and Analysis (EDA)</a:t>
            </a:r>
            <a:endParaRPr lang="en-US" altLang="en-US"/>
          </a:p>
        </p:txBody>
      </p:sp>
      <p:sp>
        <p:nvSpPr>
          <p:cNvPr id="3" name="Content Placeholder 2"/>
          <p:cNvSpPr>
            <a:spLocks noGrp="1"/>
          </p:cNvSpPr>
          <p:nvPr>
            <p:ph idx="1"/>
            <p:custDataLst>
              <p:tags r:id="rId2"/>
            </p:custDataLst>
          </p:nvPr>
        </p:nvSpPr>
        <p:spPr/>
        <p:txBody>
          <a:bodyPr/>
          <a:p>
            <a:r>
              <a:rPr lang="en-US" altLang="en-US">
                <a:latin typeface="Arial" panose="020B0604020202020204" pitchFamily="34" charset="0"/>
                <a:cs typeface="Arial" panose="020B0604020202020204" pitchFamily="34" charset="0"/>
              </a:rPr>
              <a:t>Examined dataset dimensions and feature types.</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Identified numerical and categorical variables.</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Checked missing values.</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Analyzed feature distributions.</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Investigated relationships between variables.</a:t>
            </a:r>
            <a:endParaRPr lang="en-US" altLang="en-US">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Data Preprocessing </a:t>
            </a:r>
            <a:endParaRPr lang="en-US" altLang="en-US"/>
          </a:p>
        </p:txBody>
      </p:sp>
      <p:sp>
        <p:nvSpPr>
          <p:cNvPr id="3" name="Content Placeholder 2"/>
          <p:cNvSpPr>
            <a:spLocks noGrp="1"/>
          </p:cNvSpPr>
          <p:nvPr>
            <p:ph idx="1"/>
            <p:custDataLst>
              <p:tags r:id="rId2"/>
            </p:custDataLst>
          </p:nvPr>
        </p:nvSpPr>
        <p:spPr>
          <a:xfrm>
            <a:off x="695960" y="1301750"/>
            <a:ext cx="10800080" cy="4873625"/>
          </a:xfrm>
        </p:spPr>
        <p:txBody>
          <a:bodyPr>
            <a:normAutofit lnSpcReduction="10000"/>
          </a:bodyPr>
          <a:p>
            <a:r>
              <a:rPr lang="en-US" altLang="en-US" sz="1800">
                <a:latin typeface="Arial" panose="020B0604020202020204" pitchFamily="34" charset="0"/>
                <a:cs typeface="Arial" panose="020B0604020202020204" pitchFamily="34" charset="0"/>
              </a:rPr>
              <a:t>Numerical Missing values were imputed using Median </a:t>
            </a:r>
            <a:endParaRPr lang="en-US" altLang="en-US" sz="1800">
              <a:latin typeface="Arial" panose="020B0604020202020204" pitchFamily="34" charset="0"/>
              <a:cs typeface="Arial" panose="020B0604020202020204" pitchFamily="34" charset="0"/>
            </a:endParaRPr>
          </a:p>
          <a:p>
            <a:r>
              <a:rPr lang="en-US" altLang="en-US" sz="1800">
                <a:latin typeface="Arial" panose="020B0604020202020204" pitchFamily="34" charset="0"/>
                <a:cs typeface="Arial" panose="020B0604020202020204" pitchFamily="34" charset="0"/>
              </a:rPr>
              <a:t>Categorical Missing values were imputed using Mode</a:t>
            </a:r>
            <a:endParaRPr lang="en-US" altLang="en-US" sz="1800">
              <a:latin typeface="Arial" panose="020B0604020202020204" pitchFamily="34" charset="0"/>
              <a:cs typeface="Arial" panose="020B0604020202020204" pitchFamily="34" charset="0"/>
            </a:endParaRPr>
          </a:p>
          <a:p>
            <a:r>
              <a:rPr lang="en-US" altLang="en-US" sz="1800">
                <a:latin typeface="Arial" panose="020B0604020202020204" pitchFamily="34" charset="0"/>
                <a:cs typeface="Arial" panose="020B0604020202020204" pitchFamily="34" charset="0"/>
              </a:rPr>
              <a:t>The original date column was converted into:</a:t>
            </a:r>
            <a:endParaRPr lang="en-US" altLang="en-US" sz="1800">
              <a:latin typeface="Arial" panose="020B0604020202020204" pitchFamily="34" charset="0"/>
              <a:cs typeface="Arial" panose="020B0604020202020204" pitchFamily="34" charset="0"/>
            </a:endParaRPr>
          </a:p>
          <a:p>
            <a:pPr marL="0" lvl="0" indent="0" algn="l">
              <a:lnSpc>
                <a:spcPct val="80000"/>
              </a:lnSpc>
              <a:buNone/>
            </a:pPr>
            <a:r>
              <a:rPr lang="en-US" altLang="en-US" sz="1800">
                <a:latin typeface="Arial" panose="020B0604020202020204" pitchFamily="34" charset="0"/>
                <a:cs typeface="Arial" panose="020B0604020202020204" pitchFamily="34" charset="0"/>
              </a:rPr>
              <a:t>              </a:t>
            </a:r>
            <a:r>
              <a:rPr lang="en-US" altLang="en-US" sz="1600">
                <a:latin typeface="Arial" panose="020B0604020202020204" pitchFamily="34" charset="0"/>
                <a:cs typeface="Arial" panose="020B0604020202020204" pitchFamily="34" charset="0"/>
              </a:rPr>
              <a:t>1. Policy Year</a:t>
            </a:r>
            <a:endParaRPr lang="en-US" altLang="en-US" sz="1600">
              <a:latin typeface="Arial" panose="020B0604020202020204" pitchFamily="34" charset="0"/>
              <a:cs typeface="Arial" panose="020B0604020202020204" pitchFamily="34" charset="0"/>
            </a:endParaRPr>
          </a:p>
          <a:p>
            <a:pPr marL="0" lvl="0" indent="0" algn="l">
              <a:lnSpc>
                <a:spcPct val="80000"/>
              </a:lnSpc>
              <a:buNone/>
            </a:pPr>
            <a:r>
              <a:rPr lang="en-US" altLang="en-US" sz="1600">
                <a:latin typeface="Arial" panose="020B0604020202020204" pitchFamily="34" charset="0"/>
                <a:cs typeface="Arial" panose="020B0604020202020204" pitchFamily="34" charset="0"/>
              </a:rPr>
              <a:t>                2. Policy Month</a:t>
            </a:r>
            <a:endParaRPr lang="en-US" altLang="en-US" sz="1600">
              <a:latin typeface="Arial" panose="020B0604020202020204" pitchFamily="34" charset="0"/>
              <a:cs typeface="Arial" panose="020B0604020202020204" pitchFamily="34" charset="0"/>
            </a:endParaRPr>
          </a:p>
          <a:p>
            <a:pPr marL="0" lvl="0" indent="0" algn="l">
              <a:lnSpc>
                <a:spcPct val="80000"/>
              </a:lnSpc>
              <a:buNone/>
            </a:pPr>
            <a:r>
              <a:rPr lang="en-US" altLang="en-US" sz="1600">
                <a:latin typeface="Arial" panose="020B0604020202020204" pitchFamily="34" charset="0"/>
                <a:cs typeface="Arial" panose="020B0604020202020204" pitchFamily="34" charset="0"/>
              </a:rPr>
              <a:t>                3. Policy Day</a:t>
            </a:r>
            <a:endParaRPr lang="en-US" altLang="en-US" sz="1600">
              <a:latin typeface="Arial" panose="020B0604020202020204" pitchFamily="34" charset="0"/>
              <a:cs typeface="Arial" panose="020B0604020202020204" pitchFamily="34" charset="0"/>
            </a:endParaRPr>
          </a:p>
          <a:p>
            <a:pPr lvl="0" algn="l">
              <a:lnSpc>
                <a:spcPct val="120000"/>
              </a:lnSpc>
            </a:pPr>
            <a:r>
              <a:rPr lang="en-US" altLang="en-US" sz="1800">
                <a:latin typeface="Arial" panose="020B0604020202020204" pitchFamily="34" charset="0"/>
                <a:cs typeface="Arial" panose="020B0604020202020204" pitchFamily="34" charset="0"/>
              </a:rPr>
              <a:t>Categorical variables were transformed using One-Hot Encoding</a:t>
            </a:r>
            <a:endParaRPr lang="en-US" altLang="en-US" sz="1800">
              <a:latin typeface="Arial" panose="020B0604020202020204" pitchFamily="34" charset="0"/>
              <a:cs typeface="Arial" panose="020B0604020202020204" pitchFamily="34" charset="0"/>
            </a:endParaRPr>
          </a:p>
          <a:p>
            <a:pPr lvl="0" algn="l">
              <a:lnSpc>
                <a:spcPct val="120000"/>
              </a:lnSpc>
            </a:pPr>
            <a:r>
              <a:rPr lang="en-US" altLang="en-US" sz="1800">
                <a:latin typeface="Arial" panose="020B0604020202020204" pitchFamily="34" charset="0"/>
                <a:cs typeface="Arial" panose="020B0604020202020204" pitchFamily="34" charset="0"/>
              </a:rPr>
              <a:t>Numerical features were standardized using StandardScaler</a:t>
            </a:r>
            <a:endParaRPr lang="en-US" altLang="en-US" sz="1800">
              <a:latin typeface="Arial" panose="020B0604020202020204" pitchFamily="34" charset="0"/>
              <a:cs typeface="Arial" panose="020B0604020202020204" pitchFamily="34" charset="0"/>
            </a:endParaRPr>
          </a:p>
          <a:p>
            <a:pPr lvl="0" algn="l">
              <a:lnSpc>
                <a:spcPct val="120000"/>
              </a:lnSpc>
            </a:pPr>
            <a:r>
              <a:rPr lang="en-US" altLang="en-US" sz="1800">
                <a:latin typeface="Arial" panose="020B0604020202020204" pitchFamily="34" charset="0"/>
                <a:cs typeface="Arial" panose="020B0604020202020204" pitchFamily="34" charset="0"/>
              </a:rPr>
              <a:t>The dataset was divided into:</a:t>
            </a:r>
            <a:endParaRPr lang="en-US" altLang="en-US" sz="1800">
              <a:latin typeface="Arial" panose="020B0604020202020204" pitchFamily="34" charset="0"/>
              <a:cs typeface="Arial" panose="020B0604020202020204" pitchFamily="34" charset="0"/>
            </a:endParaRPr>
          </a:p>
          <a:p>
            <a:pPr marL="0" lvl="0" indent="0" algn="l">
              <a:lnSpc>
                <a:spcPct val="120000"/>
              </a:lnSpc>
              <a:buNone/>
            </a:pPr>
            <a:r>
              <a:rPr lang="en-US" altLang="en-US" sz="1800">
                <a:latin typeface="Arial" panose="020B0604020202020204" pitchFamily="34" charset="0"/>
                <a:cs typeface="Arial" panose="020B0604020202020204" pitchFamily="34" charset="0"/>
              </a:rPr>
              <a:t>                       Training Set : 80 (960000, 41)</a:t>
            </a:r>
            <a:endParaRPr lang="en-US" altLang="en-US" sz="1800">
              <a:latin typeface="Arial" panose="020B0604020202020204" pitchFamily="34" charset="0"/>
              <a:cs typeface="Arial" panose="020B0604020202020204" pitchFamily="34" charset="0"/>
            </a:endParaRPr>
          </a:p>
          <a:p>
            <a:pPr marL="0" lvl="0" indent="0" algn="l">
              <a:lnSpc>
                <a:spcPct val="120000"/>
              </a:lnSpc>
              <a:buNone/>
            </a:pPr>
            <a:r>
              <a:rPr lang="en-US" altLang="en-US" sz="1800">
                <a:latin typeface="Arial" panose="020B0604020202020204" pitchFamily="34" charset="0"/>
                <a:cs typeface="Arial" panose="020B0604020202020204" pitchFamily="34" charset="0"/>
              </a:rPr>
              <a:t>   	         Test set : 20 (240000, 41)</a:t>
            </a:r>
            <a:endParaRPr lang="en-US" altLang="en-US" sz="1800">
              <a:latin typeface="Arial" panose="020B0604020202020204" pitchFamily="34" charset="0"/>
              <a:cs typeface="Arial" panose="020B0604020202020204" pitchFamily="34" charset="0"/>
            </a:endParaRPr>
          </a:p>
          <a:p>
            <a:pPr lvl="0" algn="l">
              <a:lnSpc>
                <a:spcPct val="120000"/>
              </a:lnSpc>
            </a:pPr>
            <a:endParaRPr lang="en-US" altLang="en-US" sz="1800"/>
          </a:p>
          <a:p>
            <a:pPr marL="0" lvl="0" indent="0" algn="l">
              <a:lnSpc>
                <a:spcPct val="80000"/>
              </a:lnSpc>
              <a:buNone/>
            </a:pPr>
            <a:endParaRPr lang="en-US" altLang="en-US" sz="1600"/>
          </a:p>
          <a:p>
            <a:pPr marL="0" indent="0">
              <a:lnSpc>
                <a:spcPct val="80000"/>
              </a:lnSpc>
              <a:buNone/>
            </a:pPr>
            <a:endParaRPr lang="en-US" altLang="en-US" sz="1600"/>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Models</a:t>
            </a:r>
            <a:endParaRPr lang="en-US" altLang="en-US"/>
          </a:p>
        </p:txBody>
      </p:sp>
      <p:sp>
        <p:nvSpPr>
          <p:cNvPr id="3" name="Content Placeholder 2"/>
          <p:cNvSpPr>
            <a:spLocks noGrp="1"/>
          </p:cNvSpPr>
          <p:nvPr>
            <p:ph idx="1"/>
            <p:custDataLst>
              <p:tags r:id="rId2"/>
            </p:custDataLst>
          </p:nvPr>
        </p:nvSpPr>
        <p:spPr/>
        <p:txBody>
          <a:bodyPr/>
          <a:p>
            <a:r>
              <a:rPr lang="en-US" altLang="en-US">
                <a:latin typeface="Arial" panose="020B0604020202020204" pitchFamily="34" charset="0"/>
                <a:cs typeface="Arial" panose="020B0604020202020204" pitchFamily="34" charset="0"/>
              </a:rPr>
              <a:t>Linear Regression</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K-Nearest Neighbors Regressor</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Support Vector Regressor (SVR)</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Decision Tree Regressor</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Random Forest Regressor</a:t>
            </a:r>
            <a:endParaRPr lang="en-US" altLang="en-US">
              <a:latin typeface="Arial" panose="020B0604020202020204" pitchFamily="34" charset="0"/>
              <a:cs typeface="Arial" panose="020B0604020202020204" pitchFamily="34" charset="0"/>
            </a:endParaRPr>
          </a:p>
          <a:p>
            <a:r>
              <a:rPr lang="en-US" altLang="en-US">
                <a:latin typeface="Arial" panose="020B0604020202020204" pitchFamily="34" charset="0"/>
                <a:cs typeface="Arial" panose="020B0604020202020204" pitchFamily="34" charset="0"/>
              </a:rPr>
              <a:t>XGBoost Regressor</a:t>
            </a:r>
            <a:endParaRPr lang="en-US" altLang="en-US">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normAutofit/>
          </a:bodyPr>
          <a:p>
            <a:r>
              <a:rPr lang="en-US" altLang="en-US">
                <a:solidFill>
                  <a:srgbClr val="FF0000"/>
                </a:solidFill>
                <a:latin typeface="Arial" panose="020B0604020202020204" pitchFamily="34" charset="0"/>
                <a:cs typeface="Arial" panose="020B0604020202020204" pitchFamily="34" charset="0"/>
              </a:rPr>
              <a:t>Model Results</a:t>
            </a:r>
            <a:endParaRPr lang="en-US" altLang="en-US">
              <a:solidFill>
                <a:srgbClr val="FF0000"/>
              </a:solidFill>
              <a:latin typeface="Arial" panose="020B0604020202020204" pitchFamily="34" charset="0"/>
              <a:cs typeface="Arial" panose="020B0604020202020204" pitchFamily="34" charset="0"/>
            </a:endParaRPr>
          </a:p>
        </p:txBody>
      </p:sp>
      <p:graphicFrame>
        <p:nvGraphicFramePr>
          <p:cNvPr id="8" name="Table 7"/>
          <p:cNvGraphicFramePr/>
          <p:nvPr/>
        </p:nvGraphicFramePr>
        <p:xfrm>
          <a:off x="474980" y="1570990"/>
          <a:ext cx="11027410" cy="3716020"/>
        </p:xfrm>
        <a:graphic>
          <a:graphicData uri="http://schemas.openxmlformats.org/drawingml/2006/table">
            <a:tbl>
              <a:tblPr/>
              <a:tblGrid>
                <a:gridCol w="2856865"/>
                <a:gridCol w="2723515"/>
                <a:gridCol w="2723515"/>
                <a:gridCol w="2723515"/>
              </a:tblGrid>
              <a:tr h="530860">
                <a:tc>
                  <a:txBody>
                    <a:bodyPr/>
                    <a:p>
                      <a:r>
                        <a:rPr sz="1100"/>
                        <a:t>Model</a:t>
                      </a:r>
                      <a:endParaRPr sz="1100"/>
                    </a:p>
                  </a:txBody>
                  <a:tcPr marL="0" marR="0" marT="0" marB="0" anchor="ctr" anchorCtr="0">
                    <a:lnL>
                      <a:noFill/>
                    </a:lnL>
                    <a:lnR>
                      <a:noFill/>
                    </a:lnR>
                    <a:lnT>
                      <a:noFill/>
                    </a:lnT>
                    <a:lnB>
                      <a:noFill/>
                    </a:lnB>
                    <a:solidFill>
                      <a:schemeClr val="bg1">
                        <a:lumMod val="50000"/>
                      </a:schemeClr>
                    </a:solidFill>
                  </a:tcPr>
                </a:tc>
                <a:tc>
                  <a:txBody>
                    <a:bodyPr/>
                    <a:p>
                      <a:r>
                        <a:rPr sz="1100"/>
                        <a:t>MAE</a:t>
                      </a:r>
                      <a:endParaRPr sz="1100"/>
                    </a:p>
                  </a:txBody>
                  <a:tcPr marL="0" marR="0" marT="0" marB="0" anchor="ctr" anchorCtr="0">
                    <a:lnL>
                      <a:noFill/>
                    </a:lnL>
                    <a:lnR>
                      <a:noFill/>
                    </a:lnR>
                    <a:lnT>
                      <a:noFill/>
                    </a:lnT>
                    <a:lnB>
                      <a:noFill/>
                    </a:lnB>
                    <a:solidFill>
                      <a:schemeClr val="bg1">
                        <a:lumMod val="50000"/>
                      </a:schemeClr>
                    </a:solidFill>
                  </a:tcPr>
                </a:tc>
                <a:tc>
                  <a:txBody>
                    <a:bodyPr/>
                    <a:p>
                      <a:r>
                        <a:rPr sz="1100"/>
                        <a:t>RMSE</a:t>
                      </a:r>
                      <a:endParaRPr sz="1100"/>
                    </a:p>
                  </a:txBody>
                  <a:tcPr marL="0" marR="0" marT="0" marB="0" anchor="ctr" anchorCtr="0">
                    <a:lnL>
                      <a:noFill/>
                    </a:lnL>
                    <a:lnR>
                      <a:noFill/>
                    </a:lnR>
                    <a:lnT>
                      <a:noFill/>
                    </a:lnT>
                    <a:lnB>
                      <a:noFill/>
                    </a:lnB>
                    <a:solidFill>
                      <a:schemeClr val="bg1">
                        <a:lumMod val="50000"/>
                      </a:schemeClr>
                    </a:solidFill>
                  </a:tcPr>
                </a:tc>
                <a:tc>
                  <a:txBody>
                    <a:bodyPr/>
                    <a:p>
                      <a:r>
                        <a:rPr sz="1100"/>
                        <a:t>R²</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Linear Regression</a:t>
                      </a:r>
                      <a:endParaRPr sz="1100"/>
                    </a:p>
                  </a:txBody>
                  <a:tcPr marL="0" marR="0" marT="0" marB="0" anchor="ctr" anchorCtr="0">
                    <a:lnL>
                      <a:noFill/>
                    </a:lnL>
                    <a:lnR>
                      <a:noFill/>
                    </a:lnR>
                    <a:lnT>
                      <a:noFill/>
                    </a:lnT>
                    <a:lnB>
                      <a:noFill/>
                    </a:lnB>
                    <a:solidFill>
                      <a:schemeClr val="bg1">
                        <a:lumMod val="50000"/>
                      </a:schemeClr>
                    </a:solidFill>
                  </a:tcPr>
                </a:tc>
                <a:tc>
                  <a:txBody>
                    <a:bodyPr/>
                    <a:p>
                      <a:r>
                        <a:rPr sz="1100"/>
                        <a:t>667.27</a:t>
                      </a:r>
                      <a:endParaRPr sz="1100"/>
                    </a:p>
                  </a:txBody>
                  <a:tcPr marL="0" marR="0" marT="0" marB="0" anchor="ctr" anchorCtr="0">
                    <a:lnL>
                      <a:noFill/>
                    </a:lnL>
                    <a:lnR>
                      <a:noFill/>
                    </a:lnR>
                    <a:lnT>
                      <a:noFill/>
                    </a:lnT>
                    <a:lnB>
                      <a:noFill/>
                    </a:lnB>
                    <a:solidFill>
                      <a:schemeClr val="bg1">
                        <a:lumMod val="50000"/>
                      </a:schemeClr>
                    </a:solidFill>
                  </a:tcPr>
                </a:tc>
                <a:tc>
                  <a:txBody>
                    <a:bodyPr/>
                    <a:p>
                      <a:r>
                        <a:rPr sz="1100"/>
                        <a:t>863.27</a:t>
                      </a:r>
                      <a:endParaRPr sz="1100"/>
                    </a:p>
                  </a:txBody>
                  <a:tcPr marL="0" marR="0" marT="0" marB="0" anchor="ctr" anchorCtr="0">
                    <a:lnL>
                      <a:noFill/>
                    </a:lnL>
                    <a:lnR>
                      <a:noFill/>
                    </a:lnR>
                    <a:lnT>
                      <a:noFill/>
                    </a:lnT>
                    <a:lnB>
                      <a:noFill/>
                    </a:lnB>
                    <a:solidFill>
                      <a:schemeClr val="bg1">
                        <a:lumMod val="50000"/>
                      </a:schemeClr>
                    </a:solidFill>
                  </a:tcPr>
                </a:tc>
                <a:tc>
                  <a:txBody>
                    <a:bodyPr/>
                    <a:p>
                      <a:r>
                        <a:rPr sz="1100"/>
                        <a:t>0.0027</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KNN</a:t>
                      </a:r>
                      <a:endParaRPr sz="1100"/>
                    </a:p>
                  </a:txBody>
                  <a:tcPr marL="0" marR="0" marT="0" marB="0" anchor="ctr" anchorCtr="0">
                    <a:lnL>
                      <a:noFill/>
                    </a:lnL>
                    <a:lnR>
                      <a:noFill/>
                    </a:lnR>
                    <a:lnT>
                      <a:noFill/>
                    </a:lnT>
                    <a:lnB>
                      <a:noFill/>
                    </a:lnB>
                    <a:solidFill>
                      <a:schemeClr val="bg1">
                        <a:lumMod val="50000"/>
                      </a:schemeClr>
                    </a:solidFill>
                  </a:tcPr>
                </a:tc>
                <a:tc>
                  <a:txBody>
                    <a:bodyPr/>
                    <a:p>
                      <a:r>
                        <a:rPr sz="1100"/>
                        <a:t>719.82</a:t>
                      </a:r>
                      <a:endParaRPr sz="1100"/>
                    </a:p>
                  </a:txBody>
                  <a:tcPr marL="0" marR="0" marT="0" marB="0" anchor="ctr" anchorCtr="0">
                    <a:lnL>
                      <a:noFill/>
                    </a:lnL>
                    <a:lnR>
                      <a:noFill/>
                    </a:lnR>
                    <a:lnT>
                      <a:noFill/>
                    </a:lnT>
                    <a:lnB>
                      <a:noFill/>
                    </a:lnB>
                    <a:solidFill>
                      <a:schemeClr val="bg1">
                        <a:lumMod val="50000"/>
                      </a:schemeClr>
                    </a:solidFill>
                  </a:tcPr>
                </a:tc>
                <a:tc>
                  <a:txBody>
                    <a:bodyPr/>
                    <a:p>
                      <a:r>
                        <a:rPr sz="1100"/>
                        <a:t>939.62</a:t>
                      </a:r>
                      <a:endParaRPr sz="1100"/>
                    </a:p>
                  </a:txBody>
                  <a:tcPr marL="0" marR="0" marT="0" marB="0" anchor="ctr" anchorCtr="0">
                    <a:lnL>
                      <a:noFill/>
                    </a:lnL>
                    <a:lnR>
                      <a:noFill/>
                    </a:lnR>
                    <a:lnT>
                      <a:noFill/>
                    </a:lnT>
                    <a:lnB>
                      <a:noFill/>
                    </a:lnB>
                    <a:solidFill>
                      <a:schemeClr val="bg1">
                        <a:lumMod val="50000"/>
                      </a:schemeClr>
                    </a:solidFill>
                  </a:tcPr>
                </a:tc>
                <a:tc>
                  <a:txBody>
                    <a:bodyPr/>
                    <a:p>
                      <a:r>
                        <a:rPr sz="1100"/>
                        <a:t>-0.1815</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SVR</a:t>
                      </a:r>
                      <a:endParaRPr sz="1100"/>
                    </a:p>
                  </a:txBody>
                  <a:tcPr marL="0" marR="0" marT="0" marB="0" anchor="ctr" anchorCtr="0">
                    <a:lnL>
                      <a:noFill/>
                    </a:lnL>
                    <a:lnR>
                      <a:noFill/>
                    </a:lnR>
                    <a:lnT>
                      <a:noFill/>
                    </a:lnT>
                    <a:lnB>
                      <a:noFill/>
                    </a:lnB>
                    <a:solidFill>
                      <a:schemeClr val="bg1">
                        <a:lumMod val="50000"/>
                      </a:schemeClr>
                    </a:solidFill>
                  </a:tcPr>
                </a:tc>
                <a:tc>
                  <a:txBody>
                    <a:bodyPr/>
                    <a:p>
                      <a:r>
                        <a:rPr sz="1100"/>
                        <a:t>639.23</a:t>
                      </a:r>
                      <a:endParaRPr sz="1100"/>
                    </a:p>
                  </a:txBody>
                  <a:tcPr marL="0" marR="0" marT="0" marB="0" anchor="ctr" anchorCtr="0">
                    <a:lnL>
                      <a:noFill/>
                    </a:lnL>
                    <a:lnR>
                      <a:noFill/>
                    </a:lnR>
                    <a:lnT>
                      <a:noFill/>
                    </a:lnT>
                    <a:lnB>
                      <a:noFill/>
                    </a:lnB>
                    <a:solidFill>
                      <a:schemeClr val="bg1">
                        <a:lumMod val="50000"/>
                      </a:schemeClr>
                    </a:solidFill>
                  </a:tcPr>
                </a:tc>
                <a:tc>
                  <a:txBody>
                    <a:bodyPr/>
                    <a:p>
                      <a:r>
                        <a:rPr sz="1100"/>
                        <a:t>896.00</a:t>
                      </a:r>
                      <a:endParaRPr sz="1100"/>
                    </a:p>
                  </a:txBody>
                  <a:tcPr marL="0" marR="0" marT="0" marB="0" anchor="ctr" anchorCtr="0">
                    <a:lnL>
                      <a:noFill/>
                    </a:lnL>
                    <a:lnR>
                      <a:noFill/>
                    </a:lnR>
                    <a:lnT>
                      <a:noFill/>
                    </a:lnT>
                    <a:lnB>
                      <a:noFill/>
                    </a:lnB>
                    <a:solidFill>
                      <a:schemeClr val="bg1">
                        <a:lumMod val="50000"/>
                      </a:schemeClr>
                    </a:solidFill>
                  </a:tcPr>
                </a:tc>
                <a:tc>
                  <a:txBody>
                    <a:bodyPr/>
                    <a:p>
                      <a:r>
                        <a:rPr sz="1100"/>
                        <a:t>-0.0743</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Decision Tree</a:t>
                      </a:r>
                      <a:endParaRPr sz="1100"/>
                    </a:p>
                  </a:txBody>
                  <a:tcPr marL="0" marR="0" marT="0" marB="0" anchor="ctr" anchorCtr="0">
                    <a:lnL>
                      <a:noFill/>
                    </a:lnL>
                    <a:lnR>
                      <a:noFill/>
                    </a:lnR>
                    <a:lnT>
                      <a:noFill/>
                    </a:lnT>
                    <a:lnB>
                      <a:noFill/>
                    </a:lnB>
                    <a:solidFill>
                      <a:schemeClr val="bg1">
                        <a:lumMod val="50000"/>
                      </a:schemeClr>
                    </a:solidFill>
                  </a:tcPr>
                </a:tc>
                <a:tc>
                  <a:txBody>
                    <a:bodyPr/>
                    <a:p>
                      <a:r>
                        <a:rPr sz="1100"/>
                        <a:t>897.99</a:t>
                      </a:r>
                      <a:endParaRPr sz="1100"/>
                    </a:p>
                  </a:txBody>
                  <a:tcPr marL="0" marR="0" marT="0" marB="0" anchor="ctr" anchorCtr="0">
                    <a:lnL>
                      <a:noFill/>
                    </a:lnL>
                    <a:lnR>
                      <a:noFill/>
                    </a:lnR>
                    <a:lnT>
                      <a:noFill/>
                    </a:lnT>
                    <a:lnB>
                      <a:noFill/>
                    </a:lnB>
                    <a:solidFill>
                      <a:schemeClr val="bg1">
                        <a:lumMod val="50000"/>
                      </a:schemeClr>
                    </a:solidFill>
                  </a:tcPr>
                </a:tc>
                <a:tc>
                  <a:txBody>
                    <a:bodyPr/>
                    <a:p>
                      <a:r>
                        <a:rPr sz="1100"/>
                        <a:t>1232.90</a:t>
                      </a:r>
                      <a:endParaRPr sz="1100"/>
                    </a:p>
                  </a:txBody>
                  <a:tcPr marL="0" marR="0" marT="0" marB="0" anchor="ctr" anchorCtr="0">
                    <a:lnL>
                      <a:noFill/>
                    </a:lnL>
                    <a:lnR>
                      <a:noFill/>
                    </a:lnR>
                    <a:lnT>
                      <a:noFill/>
                    </a:lnT>
                    <a:lnB>
                      <a:noFill/>
                    </a:lnB>
                    <a:solidFill>
                      <a:schemeClr val="bg1">
                        <a:lumMod val="50000"/>
                      </a:schemeClr>
                    </a:solidFill>
                  </a:tcPr>
                </a:tc>
                <a:tc>
                  <a:txBody>
                    <a:bodyPr/>
                    <a:p>
                      <a:r>
                        <a:rPr sz="1100"/>
                        <a:t>-1.0341</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Random Forest</a:t>
                      </a:r>
                      <a:endParaRPr sz="1100"/>
                    </a:p>
                  </a:txBody>
                  <a:tcPr marL="0" marR="0" marT="0" marB="0" anchor="ctr" anchorCtr="0">
                    <a:lnL>
                      <a:noFill/>
                    </a:lnL>
                    <a:lnR>
                      <a:noFill/>
                    </a:lnR>
                    <a:lnT>
                      <a:noFill/>
                    </a:lnT>
                    <a:lnB>
                      <a:noFill/>
                    </a:lnB>
                    <a:solidFill>
                      <a:schemeClr val="bg1">
                        <a:lumMod val="50000"/>
                      </a:schemeClr>
                    </a:solidFill>
                  </a:tcPr>
                </a:tc>
                <a:tc>
                  <a:txBody>
                    <a:bodyPr/>
                    <a:p>
                      <a:r>
                        <a:rPr sz="1100"/>
                        <a:t>655.93</a:t>
                      </a:r>
                      <a:endParaRPr sz="1100"/>
                    </a:p>
                  </a:txBody>
                  <a:tcPr marL="0" marR="0" marT="0" marB="0" anchor="ctr" anchorCtr="0">
                    <a:lnL>
                      <a:noFill/>
                    </a:lnL>
                    <a:lnR>
                      <a:noFill/>
                    </a:lnR>
                    <a:lnT>
                      <a:noFill/>
                    </a:lnT>
                    <a:lnB>
                      <a:noFill/>
                    </a:lnB>
                    <a:solidFill>
                      <a:schemeClr val="bg1">
                        <a:lumMod val="50000"/>
                      </a:schemeClr>
                    </a:solidFill>
                  </a:tcPr>
                </a:tc>
                <a:tc>
                  <a:txBody>
                    <a:bodyPr/>
                    <a:p>
                      <a:r>
                        <a:rPr sz="1100"/>
                        <a:t>852.55</a:t>
                      </a:r>
                      <a:endParaRPr sz="1100"/>
                    </a:p>
                  </a:txBody>
                  <a:tcPr marL="0" marR="0" marT="0" marB="0" anchor="ctr" anchorCtr="0">
                    <a:lnL>
                      <a:noFill/>
                    </a:lnL>
                    <a:lnR>
                      <a:noFill/>
                    </a:lnR>
                    <a:lnT>
                      <a:noFill/>
                    </a:lnT>
                    <a:lnB>
                      <a:noFill/>
                    </a:lnB>
                    <a:solidFill>
                      <a:schemeClr val="bg1">
                        <a:lumMod val="50000"/>
                      </a:schemeClr>
                    </a:solidFill>
                  </a:tcPr>
                </a:tc>
                <a:tc>
                  <a:txBody>
                    <a:bodyPr/>
                    <a:p>
                      <a:r>
                        <a:rPr sz="1100"/>
                        <a:t>0.0274</a:t>
                      </a:r>
                      <a:endParaRPr sz="1100"/>
                    </a:p>
                  </a:txBody>
                  <a:tcPr marL="0" marR="0" marT="0" marB="0" anchor="ctr" anchorCtr="0">
                    <a:lnL>
                      <a:noFill/>
                    </a:lnL>
                    <a:lnR>
                      <a:noFill/>
                    </a:lnR>
                    <a:lnT>
                      <a:noFill/>
                    </a:lnT>
                    <a:lnB>
                      <a:noFill/>
                    </a:lnB>
                    <a:solidFill>
                      <a:schemeClr val="bg1">
                        <a:lumMod val="50000"/>
                      </a:schemeClr>
                    </a:solidFill>
                  </a:tcPr>
                </a:tc>
              </a:tr>
              <a:tr h="530860">
                <a:tc>
                  <a:txBody>
                    <a:bodyPr/>
                    <a:p>
                      <a:r>
                        <a:rPr sz="1100"/>
                        <a:t>XGBoost</a:t>
                      </a:r>
                      <a:endParaRPr sz="1100"/>
                    </a:p>
                  </a:txBody>
                  <a:tcPr marL="0" marR="0" marT="0" marB="0" anchor="ctr" anchorCtr="0">
                    <a:lnL>
                      <a:noFill/>
                    </a:lnL>
                    <a:lnR>
                      <a:noFill/>
                    </a:lnR>
                    <a:lnT>
                      <a:noFill/>
                    </a:lnT>
                    <a:lnB>
                      <a:noFill/>
                    </a:lnB>
                    <a:solidFill>
                      <a:schemeClr val="bg1">
                        <a:lumMod val="50000"/>
                      </a:schemeClr>
                    </a:solidFill>
                  </a:tcPr>
                </a:tc>
                <a:tc>
                  <a:txBody>
                    <a:bodyPr/>
                    <a:p>
                      <a:r>
                        <a:rPr sz="1100"/>
                        <a:t>642.42</a:t>
                      </a:r>
                      <a:endParaRPr sz="1100"/>
                    </a:p>
                  </a:txBody>
                  <a:tcPr marL="0" marR="0" marT="0" marB="0" anchor="ctr" anchorCtr="0">
                    <a:lnL>
                      <a:noFill/>
                    </a:lnL>
                    <a:lnR>
                      <a:noFill/>
                    </a:lnR>
                    <a:lnT>
                      <a:noFill/>
                    </a:lnT>
                    <a:lnB>
                      <a:noFill/>
                    </a:lnB>
                    <a:solidFill>
                      <a:schemeClr val="bg1">
                        <a:lumMod val="50000"/>
                      </a:schemeClr>
                    </a:solidFill>
                  </a:tcPr>
                </a:tc>
                <a:tc>
                  <a:txBody>
                    <a:bodyPr/>
                    <a:p>
                      <a:r>
                        <a:rPr sz="1100"/>
                        <a:t>844.84</a:t>
                      </a:r>
                      <a:endParaRPr sz="1100"/>
                    </a:p>
                  </a:txBody>
                  <a:tcPr marL="0" marR="0" marT="0" marB="0" anchor="ctr" anchorCtr="0">
                    <a:lnL>
                      <a:noFill/>
                    </a:lnL>
                    <a:lnR>
                      <a:noFill/>
                    </a:lnR>
                    <a:lnT>
                      <a:noFill/>
                    </a:lnT>
                    <a:lnB>
                      <a:noFill/>
                    </a:lnB>
                    <a:solidFill>
                      <a:schemeClr val="bg1">
                        <a:lumMod val="50000"/>
                      </a:schemeClr>
                    </a:solidFill>
                  </a:tcPr>
                </a:tc>
                <a:tc>
                  <a:txBody>
                    <a:bodyPr/>
                    <a:p>
                      <a:r>
                        <a:rPr sz="1100"/>
                        <a:t>0.0449</a:t>
                      </a:r>
                      <a:endParaRPr sz="1100"/>
                    </a:p>
                  </a:txBody>
                  <a:tcPr marL="0" marR="0" marT="0" marB="0" anchor="ctr" anchorCtr="0">
                    <a:lnL>
                      <a:noFill/>
                    </a:lnL>
                    <a:lnR>
                      <a:noFill/>
                    </a:lnR>
                    <a:lnT>
                      <a:noFill/>
                    </a:lnT>
                    <a:lnB>
                      <a:noFill/>
                    </a:lnB>
                    <a:solidFill>
                      <a:schemeClr val="bg1">
                        <a:lumMod val="50000"/>
                      </a:schemeClr>
                    </a:solidFill>
                  </a:tcPr>
                </a:tc>
              </a:tr>
            </a:tbl>
          </a:graphicData>
        </a:graphic>
      </p:graphicFrame>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ltLang="en-US"/>
              <a:t>Hyperparameter Tuning</a:t>
            </a:r>
            <a:endParaRPr lang="en-US" altLang="en-US"/>
          </a:p>
        </p:txBody>
      </p:sp>
      <p:sp>
        <p:nvSpPr>
          <p:cNvPr id="5" name="Content Placeholder 4"/>
          <p:cNvSpPr>
            <a:spLocks noGrp="1"/>
          </p:cNvSpPr>
          <p:nvPr>
            <p:ph idx="1"/>
            <p:custDataLst>
              <p:tags r:id="rId2"/>
            </p:custDataLst>
          </p:nvPr>
        </p:nvSpPr>
        <p:spPr/>
        <p:txBody>
          <a:bodyPr/>
          <a:p>
            <a:r>
              <a:rPr lang="en-US" altLang="en-US" sz="1800">
                <a:latin typeface="Arial" panose="020B0604020202020204" pitchFamily="34" charset="0"/>
                <a:cs typeface="Arial" panose="020B0604020202020204" pitchFamily="34" charset="0"/>
              </a:rPr>
              <a:t>To improve model performance, hyperparameter optimization was performed using RandomizedSearchCV</a:t>
            </a:r>
            <a:endParaRPr lang="en-US" altLang="en-US" sz="1800">
              <a:latin typeface="Arial" panose="020B0604020202020204" pitchFamily="34" charset="0"/>
              <a:cs typeface="Arial" panose="020B0604020202020204" pitchFamily="34" charset="0"/>
            </a:endParaRPr>
          </a:p>
          <a:p>
            <a:r>
              <a:rPr lang="en-US" altLang="en-US" sz="1800">
                <a:latin typeface="Arial" panose="020B0604020202020204" pitchFamily="34" charset="0"/>
                <a:cs typeface="Arial" panose="020B0604020202020204" pitchFamily="34" charset="0"/>
              </a:rPr>
              <a:t>Tuned Models</a:t>
            </a:r>
            <a:endParaRPr lang="en-US" altLang="en-US" sz="1800">
              <a:latin typeface="Arial" panose="020B0604020202020204" pitchFamily="34" charset="0"/>
              <a:cs typeface="Arial" panose="020B0604020202020204" pitchFamily="34" charset="0"/>
            </a:endParaRPr>
          </a:p>
          <a:p>
            <a:pPr marL="800100" lvl="1" indent="-342900"/>
            <a:r>
              <a:rPr lang="en-US" altLang="en-US" sz="1800">
                <a:latin typeface="Arial" panose="020B0604020202020204" pitchFamily="34" charset="0"/>
                <a:cs typeface="Arial" panose="020B0604020202020204" pitchFamily="34" charset="0"/>
              </a:rPr>
              <a:t>Random Forest Regressor</a:t>
            </a:r>
            <a:endParaRPr lang="en-US" altLang="en-US" sz="1800">
              <a:latin typeface="Arial" panose="020B0604020202020204" pitchFamily="34" charset="0"/>
              <a:cs typeface="Arial" panose="020B0604020202020204" pitchFamily="34" charset="0"/>
            </a:endParaRPr>
          </a:p>
          <a:p>
            <a:pPr marL="800100" lvl="1" indent="-342900"/>
            <a:r>
              <a:rPr lang="en-US" altLang="en-US" sz="1800">
                <a:latin typeface="Arial" panose="020B0604020202020204" pitchFamily="34" charset="0"/>
                <a:cs typeface="Arial" panose="020B0604020202020204" pitchFamily="34" charset="0"/>
              </a:rPr>
              <a:t>XGBoost Regressor</a:t>
            </a:r>
            <a:endParaRPr lang="en-US" altLang="en-US" sz="1800">
              <a:latin typeface="Arial" panose="020B0604020202020204" pitchFamily="34" charset="0"/>
              <a:cs typeface="Arial" panose="020B0604020202020204" pitchFamily="34" charset="0"/>
            </a:endParaRPr>
          </a:p>
          <a:p>
            <a:pPr marL="342900" lvl="0" indent="-342900"/>
            <a:r>
              <a:rPr lang="en-US" altLang="en-US" sz="1800">
                <a:latin typeface="Arial" panose="020B0604020202020204" pitchFamily="34" charset="0"/>
                <a:cs typeface="Arial" panose="020B0604020202020204" pitchFamily="34" charset="0"/>
              </a:rPr>
              <a:t>Tuned Model Results</a:t>
            </a:r>
            <a:endParaRPr lang="en-US" altLang="en-US" sz="1800">
              <a:latin typeface="Arial" panose="020B0604020202020204" pitchFamily="34" charset="0"/>
              <a:cs typeface="Arial" panose="020B0604020202020204" pitchFamily="34" charset="0"/>
            </a:endParaRPr>
          </a:p>
          <a:p>
            <a:pPr marL="342900" lvl="0" indent="-342900"/>
            <a:endParaRPr lang="en-US" altLang="en-US" sz="1800"/>
          </a:p>
          <a:p>
            <a:pPr marL="342900" lvl="0" indent="-342900"/>
            <a:endParaRPr lang="en-US" altLang="en-US" sz="1800"/>
          </a:p>
          <a:p>
            <a:pPr marL="342900" lvl="0" indent="-342900"/>
            <a:endParaRPr lang="en-US" altLang="en-US" sz="1800"/>
          </a:p>
          <a:p>
            <a:pPr marL="342900" lvl="0" indent="-342900"/>
            <a:endParaRPr lang="en-US" altLang="en-US" sz="1800"/>
          </a:p>
          <a:p>
            <a:pPr marL="342900" lvl="0" indent="-342900"/>
            <a:endParaRPr lang="en-US" altLang="en-US" sz="1800"/>
          </a:p>
        </p:txBody>
      </p:sp>
      <p:graphicFrame>
        <p:nvGraphicFramePr>
          <p:cNvPr id="6" name="Table 5"/>
          <p:cNvGraphicFramePr/>
          <p:nvPr/>
        </p:nvGraphicFramePr>
        <p:xfrm>
          <a:off x="988060" y="3786505"/>
          <a:ext cx="9471660" cy="1608455"/>
        </p:xfrm>
        <a:graphic>
          <a:graphicData uri="http://schemas.openxmlformats.org/drawingml/2006/table">
            <a:tbl>
              <a:tblPr/>
              <a:tblGrid>
                <a:gridCol w="2367915"/>
                <a:gridCol w="2367915"/>
                <a:gridCol w="2367915"/>
                <a:gridCol w="2367915"/>
              </a:tblGrid>
              <a:tr h="544830">
                <a:tc>
                  <a:txBody>
                    <a:bodyPr/>
                    <a:p>
                      <a:r>
                        <a:rPr sz="1400" b="0">
                          <a:latin typeface="Arial" panose="020B0604020202020204" pitchFamily="34" charset="0"/>
                          <a:cs typeface="Arial" panose="020B0604020202020204" pitchFamily="34" charset="0"/>
                        </a:rPr>
                        <a:t>Model</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MAE</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RMSE</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R²</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r>
              <a:tr h="544830">
                <a:tc>
                  <a:txBody>
                    <a:bodyPr/>
                    <a:p>
                      <a:r>
                        <a:rPr sz="1400" b="0">
                          <a:latin typeface="Arial" panose="020B0604020202020204" pitchFamily="34" charset="0"/>
                          <a:cs typeface="Arial" panose="020B0604020202020204" pitchFamily="34" charset="0"/>
                        </a:rPr>
                        <a:t>Tuned Random Forest</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639.97</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845.39</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0.0436</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r>
              <a:tr h="518795">
                <a:tc>
                  <a:txBody>
                    <a:bodyPr/>
                    <a:p>
                      <a:r>
                        <a:rPr sz="1400" b="0">
                          <a:latin typeface="Arial" panose="020B0604020202020204" pitchFamily="34" charset="0"/>
                          <a:cs typeface="Arial" panose="020B0604020202020204" pitchFamily="34" charset="0"/>
                        </a:rPr>
                        <a:t>Tuned XGBoost</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648.00</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847.87</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c>
                  <a:txBody>
                    <a:bodyPr/>
                    <a:p>
                      <a:r>
                        <a:rPr sz="1400" b="0">
                          <a:latin typeface="Arial" panose="020B0604020202020204" pitchFamily="34" charset="0"/>
                          <a:cs typeface="Arial" panose="020B0604020202020204" pitchFamily="34" charset="0"/>
                        </a:rPr>
                        <a:t>0.0380</a:t>
                      </a:r>
                      <a:endParaRPr sz="1400" b="0">
                        <a:latin typeface="Arial" panose="020B0604020202020204" pitchFamily="34" charset="0"/>
                        <a:cs typeface="Arial" panose="020B0604020202020204" pitchFamily="34" charset="0"/>
                      </a:endParaRPr>
                    </a:p>
                  </a:txBody>
                  <a:tcPr marL="0" marR="0" marT="0" marB="0" anchor="ctr" anchorCtr="0">
                    <a:lnL>
                      <a:noFill/>
                    </a:lnL>
                    <a:lnR>
                      <a:noFill/>
                    </a:lnR>
                    <a:lnT>
                      <a:noFill/>
                    </a:lnT>
                    <a:lnB>
                      <a:noFill/>
                    </a:lnB>
                    <a:solidFill>
                      <a:schemeClr val="accent4">
                        <a:lumMod val="20000"/>
                        <a:lumOff val="80000"/>
                      </a:schemeClr>
                    </a:solidFill>
                  </a:tcPr>
                </a:tc>
              </a:tr>
            </a:tbl>
          </a:graphicData>
        </a:graphic>
      </p:graphicFrame>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ML Flow Tracking</a:t>
            </a:r>
            <a:endParaRPr lang="en-US"/>
          </a:p>
        </p:txBody>
      </p:sp>
      <p:sp>
        <p:nvSpPr>
          <p:cNvPr id="3" name="Content Placeholder 2"/>
          <p:cNvSpPr>
            <a:spLocks noGrp="1"/>
          </p:cNvSpPr>
          <p:nvPr>
            <p:ph idx="1"/>
            <p:custDataLst>
              <p:tags r:id="rId2"/>
            </p:custDataLst>
          </p:nvPr>
        </p:nvSpPr>
        <p:spPr/>
        <p:txBody>
          <a:bodyPr/>
          <a:p>
            <a:r>
              <a:rPr lang="en-US">
                <a:latin typeface="Arial" panose="020B0604020202020204" pitchFamily="34" charset="0"/>
                <a:cs typeface="Arial" panose="020B0604020202020204" pitchFamily="34" charset="0"/>
              </a:rPr>
              <a:t>Link : </a:t>
            </a:r>
            <a:r>
              <a:rPr lang="en-US" altLang="en-US" sz="1400">
                <a:latin typeface="Arial" panose="020B0604020202020204" pitchFamily="34" charset="0"/>
                <a:cs typeface="Arial" panose="020B0604020202020204" pitchFamily="34" charset="0"/>
              </a:rPr>
              <a:t>http://127.0.0.1:5000/#/experiments/1/runs?searchFilter=&amp;orderByKey=attributes.start_time&amp;orderByAsc=false&amp;startTime=ALL&amp;lifecycleFilter=Active&amp;modelVersionFilter=All+Runs&amp;datasetsFilter=W10%3D</a:t>
            </a:r>
            <a:endParaRPr lang="en-US" altLang="en-US" sz="1400">
              <a:latin typeface="Arial" panose="020B0604020202020204" pitchFamily="34" charset="0"/>
              <a:cs typeface="Arial" panose="020B0604020202020204" pitchFamily="34" charset="0"/>
            </a:endParaRPr>
          </a:p>
        </p:txBody>
      </p:sp>
      <p:pic>
        <p:nvPicPr>
          <p:cNvPr id="5" name="Picture 4" descr="ML Flow training_runs"/>
          <p:cNvPicPr>
            <a:picLocks noChangeAspect="1"/>
          </p:cNvPicPr>
          <p:nvPr/>
        </p:nvPicPr>
        <p:blipFill>
          <a:blip r:embed="rId3"/>
          <a:stretch>
            <a:fillRect/>
          </a:stretch>
        </p:blipFill>
        <p:spPr>
          <a:xfrm>
            <a:off x="2146300" y="2469515"/>
            <a:ext cx="8290560" cy="4102735"/>
          </a:xfrm>
          <a:prstGeom prst="rect">
            <a:avLst/>
          </a:prstGeom>
        </p:spPr>
      </p:pic>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omparision"/>
          <p:cNvPicPr>
            <a:picLocks noChangeAspect="1"/>
          </p:cNvPicPr>
          <p:nvPr/>
        </p:nvPicPr>
        <p:blipFill>
          <a:blip r:embed="rId1"/>
          <a:stretch>
            <a:fillRect/>
          </a:stretch>
        </p:blipFill>
        <p:spPr>
          <a:xfrm>
            <a:off x="190500" y="461645"/>
            <a:ext cx="11811000" cy="593407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a:t>Streamlit App</a:t>
            </a:r>
            <a:endParaRPr lang="en-US"/>
          </a:p>
        </p:txBody>
      </p:sp>
      <p:sp>
        <p:nvSpPr>
          <p:cNvPr id="5" name="Content Placeholder 4"/>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pic>
        <p:nvPicPr>
          <p:cNvPr id="6" name="Picture 5" descr="Screenshot (24)"/>
          <p:cNvPicPr>
            <a:picLocks noChangeAspect="1"/>
          </p:cNvPicPr>
          <p:nvPr/>
        </p:nvPicPr>
        <p:blipFill>
          <a:blip r:embed="rId3"/>
          <a:stretch>
            <a:fillRect/>
          </a:stretch>
        </p:blipFill>
        <p:spPr>
          <a:xfrm>
            <a:off x="859790" y="976630"/>
            <a:ext cx="10145395" cy="5707380"/>
          </a:xfrm>
          <a:prstGeom prst="rect">
            <a:avLst/>
          </a:prstGeom>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3)"/>
          <p:cNvPicPr>
            <a:picLocks noChangeAspect="1"/>
          </p:cNvPicPr>
          <p:nvPr/>
        </p:nvPicPr>
        <p:blipFill>
          <a:blip r:embed="rId1"/>
          <a:stretch>
            <a:fillRect/>
          </a:stretch>
        </p:blipFill>
        <p:spPr>
          <a:xfrm>
            <a:off x="0" y="0"/>
            <a:ext cx="12192000" cy="6858000"/>
          </a:xfrm>
          <a:prstGeom prst="rect">
            <a:avLst/>
          </a:prstGeom>
        </p:spPr>
      </p:pic>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2)"/>
          <p:cNvPicPr>
            <a:picLocks noChangeAspect="1"/>
          </p:cNvPicPr>
          <p:nvPr/>
        </p:nvPicPr>
        <p:blipFill>
          <a:blip r:embed="rId1"/>
          <a:stretch>
            <a:fillRect/>
          </a:stretch>
        </p:blipFill>
        <p:spPr>
          <a:xfrm>
            <a:off x="0" y="0"/>
            <a:ext cx="12192000" cy="6858000"/>
          </a:xfrm>
          <a:prstGeom prst="rect">
            <a:avLst/>
          </a:prstGeom>
        </p:spPr>
      </p:pic>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Conclusion</a:t>
            </a:r>
            <a:endParaRPr lang="en-US" altLang="en-US"/>
          </a:p>
        </p:txBody>
      </p:sp>
      <p:sp>
        <p:nvSpPr>
          <p:cNvPr id="3" name="Content Placeholder 2"/>
          <p:cNvSpPr>
            <a:spLocks noGrp="1"/>
          </p:cNvSpPr>
          <p:nvPr>
            <p:ph idx="1"/>
            <p:custDataLst>
              <p:tags r:id="rId2"/>
            </p:custDataLst>
          </p:nvPr>
        </p:nvSpPr>
        <p:spPr/>
        <p:txBody>
          <a:bodyPr/>
          <a:p>
            <a:pPr>
              <a:lnSpc>
                <a:spcPct val="170000"/>
              </a:lnSpc>
            </a:pPr>
            <a:r>
              <a:rPr lang="en-US" altLang="en-US">
                <a:latin typeface="Arial" panose="020B0604020202020204" pitchFamily="34" charset="0"/>
                <a:cs typeface="Arial" panose="020B0604020202020204" pitchFamily="34" charset="0"/>
              </a:rPr>
              <a:t>Among the evaluated models, the Tuned Random Forest Regressor achieved the best overall performance and was selected for deployment. MLflow was utilized for experiment tracking, while Streamlit provided an interactive interface for real-time premium estimation.</a:t>
            </a:r>
            <a:endParaRPr lang="en-US" altLang="en-US">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7.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1.xml><?xml version="1.0" encoding="utf-8"?>
<p:tagLst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72.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KSO_WM_BEAUTIFY_FLAG" val="#wm#"/>
</p:tagLst>
</file>

<file path=ppt/tags/tag7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81.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4.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9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9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9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0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10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10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104.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10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2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121.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12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12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32.xml><?xml version="1.0" encoding="utf-8"?>
<p:tagLst xmlns:p="http://schemas.openxmlformats.org/presentationml/2006/main">
  <p:tag name="KSO_WM_UNIT_SUBTYPE" val="g"/>
  <p:tag name="KSO_WM_UNIT_PRESET_TEXT" val="公司名占位符"/>
  <p:tag name="KSO_WM_UNIT_NOCLEAR" val="0"/>
  <p:tag name="KSO_WM_UNIT_VALUE" val="96"/>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Lst>
</file>

<file path=ppt/tags/tag133.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13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90"/>
</p:tagLst>
</file>

<file path=ppt/tags/tag1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90"/>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41.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90"/>
</p:tagLst>
</file>

<file path=ppt/tags/tag14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43.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144.xml><?xml version="1.0" encoding="utf-8"?>
<p:tagLst xmlns:p="http://schemas.openxmlformats.org/presentationml/2006/main">
  <p:tag name="KSO_WM_BEAUTIFY_FLAG" val="#wm#"/>
  <p:tag name="KSO_WM_TEMPLATE_CATEGORY" val="custom"/>
  <p:tag name="KSO_WM_TEMPLATE_INDEX" val="20237990"/>
</p:tagLst>
</file>

<file path=ppt/tags/tag14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47.xml><?xml version="1.0" encoding="utf-8"?>
<p:tagLst xmlns:p="http://schemas.openxmlformats.org/presentationml/2006/main">
  <p:tag name="KSO_WM_BEAUTIFY_FLAG" val="#wm#"/>
  <p:tag name="KSO_WM_TEMPLATE_CATEGORY" val="custom"/>
  <p:tag name="KSO_WM_TEMPLATE_INDEX" val="20237990"/>
</p:tagLst>
</file>

<file path=ppt/tags/tag14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9.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37990"/>
</p:tagLst>
</file>

<file path=ppt/tags/tag15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3.xml><?xml version="1.0" encoding="utf-8"?>
<p:tagLst xmlns:p="http://schemas.openxmlformats.org/presentationml/2006/main">
  <p:tag name="KSO_WM_BEAUTIFY_FLAG" val="#wm#"/>
  <p:tag name="KSO_WM_TEMPLATE_CATEGORY" val="custom"/>
  <p:tag name="KSO_WM_TEMPLATE_INDEX" val="20237990"/>
</p:tagLst>
</file>

<file path=ppt/tags/tag1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5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37990"/>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BEAUTIFY_FLAG" val="#wm#"/>
  <p:tag name="KSO_WM_TEMPLATE_CATEGORY" val="custom"/>
  <p:tag name="KSO_WM_TEMPLATE_INDEX" val="20237990"/>
</p:tagLst>
</file>

<file path=ppt/tags/tag15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1.xml><?xml version="1.0" encoding="utf-8"?>
<p:tagLst xmlns:p="http://schemas.openxmlformats.org/presentationml/2006/main">
  <p:tag name="KSO_WM_BEAUTIFY_FLAG" val="#wm#"/>
  <p:tag name="KSO_WM_TEMPLATE_CATEGORY" val="custom"/>
  <p:tag name="KSO_WM_TEMPLATE_INDEX" val="20237990"/>
</p:tagLst>
</file>

<file path=ppt/tags/tag16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4.xml><?xml version="1.0" encoding="utf-8"?>
<p:tagLst xmlns:p="http://schemas.openxmlformats.org/presentationml/2006/main">
  <p:tag name="KSO_WM_BEAUTIFY_FLAG" val="#wm#"/>
  <p:tag name="KSO_WM_TEMPLATE_CATEGORY" val="custom"/>
  <p:tag name="KSO_WM_TEMPLATE_INDEX" val="20237990"/>
</p:tagLst>
</file>

<file path=ppt/tags/tag165.xml><?xml version="1.0" encoding="utf-8"?>
<p:tagLst xmlns:p="http://schemas.openxmlformats.org/presentationml/2006/main">
  <p:tag name="KSO_WM_BEAUTIFY_FLAG" val="#wm#"/>
  <p:tag name="KSO_WM_TEMPLATE_CATEGORY" val="custom"/>
  <p:tag name="KSO_WM_TEMPLATE_INDEX" val="20237990"/>
</p:tagLst>
</file>

<file path=ppt/tags/tag16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6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37990"/>
</p:tagLst>
</file>

<file path=ppt/tags/tag169.xml><?xml version="1.0" encoding="utf-8"?>
<p:tagLst xmlns:p="http://schemas.openxmlformats.org/presentationml/2006/main">
  <p:tag name="KSO_WM_BEAUTIFY_FLAG" val="#wm#"/>
  <p:tag name="KSO_WM_TEMPLATE_CATEGORY" val="custom"/>
  <p:tag name="KSO_WM_TEMPLATE_INDEX" val="20237990"/>
</p:tagLst>
</file>

<file path=ppt/tags/tag170.xml><?xml version="1.0" encoding="utf-8"?>
<p:tagLst xmlns:p="http://schemas.openxmlformats.org/presentationml/2006/main">
  <p:tag name="KSO_WM_BEAUTIFY_FLAG" val="#wm#"/>
  <p:tag name="KSO_WM_TEMPLATE_CATEGORY" val="custom"/>
  <p:tag name="KSO_WM_TEMPLATE_INDEX" val="20237990"/>
</p:tagLst>
</file>

<file path=ppt/tags/tag17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7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73.xml><?xml version="1.0" encoding="utf-8"?>
<p:tagLst xmlns:p="http://schemas.openxmlformats.org/presentationml/2006/main">
  <p:tag name="KSO_WM_BEAUTIFY_FLAG" val="#wm#"/>
  <p:tag name="KSO_WM_TEMPLATE_CATEGORY" val="custom"/>
  <p:tag name="KSO_WM_TEMPLATE_INDEX" val="2023799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12">
      <a:dk1>
        <a:srgbClr val="000000"/>
      </a:dk1>
      <a:lt1>
        <a:srgbClr val="FFFFFF"/>
      </a:lt1>
      <a:dk2>
        <a:srgbClr val="61514D"/>
      </a:dk2>
      <a:lt2>
        <a:srgbClr val="E7E6E6"/>
      </a:lt2>
      <a:accent1>
        <a:srgbClr val="E03835"/>
      </a:accent1>
      <a:accent2>
        <a:srgbClr val="E65235"/>
      </a:accent2>
      <a:accent3>
        <a:srgbClr val="EC6C36"/>
      </a:accent3>
      <a:accent4>
        <a:srgbClr val="F38736"/>
      </a:accent4>
      <a:accent5>
        <a:srgbClr val="F9A137"/>
      </a:accent5>
      <a:accent6>
        <a:srgbClr val="FFB31F"/>
      </a:accent6>
      <a:hlink>
        <a:srgbClr val="0563C1"/>
      </a:hlink>
      <a:folHlink>
        <a:srgbClr val="954F72"/>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accent3">
                <a:lumMod val="80000"/>
                <a:lumOff val="20000"/>
              </a:schemeClr>
            </a:gs>
            <a:gs pos="50000">
              <a:schemeClr val="accent2"/>
            </a:gs>
            <a:gs pos="100000">
              <a:schemeClr val="accent1"/>
            </a:gs>
          </a:gsLst>
          <a:lin ang="10800000" scaled="0"/>
        </a:gradFill>
        <a:ln w="28575">
          <a:noFill/>
        </a:ln>
      </a:spPr>
      <a:bodyPr vertOverflow="overflow" horzOverflow="overflow" vert="horz" wrap="square" numCol="1" spcCol="0" rtlCol="0" fromWordArt="0" anchor="ctr" anchorCtr="0" forceAA="0" compatLnSpc="1">
        <a:noAutofit/>
      </a:bodyPr>
      <a:lstStyle>
        <a:defPPr algn="ctr">
          <a:defRPr sz="160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lang="en-US" b="1">
            <a:gradFill>
              <a:gsLst>
                <a:gs pos="0">
                  <a:schemeClr val="accent2">
                    <a:lumMod val="70000"/>
                    <a:lumOff val="30000"/>
                  </a:schemeClr>
                </a:gs>
                <a:gs pos="35000">
                  <a:schemeClr val="accent2"/>
                </a:gs>
                <a:gs pos="100000">
                  <a:schemeClr val="accent1"/>
                </a:gs>
              </a:gsLst>
              <a:lin ang="3000000" scaled="0"/>
            </a:gra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2101</Words>
  <Application>WPS Presentation</Application>
  <PresentationFormat>Widescreen</PresentationFormat>
  <Paragraphs>153</Paragraphs>
  <Slides>13</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13</vt:i4>
      </vt:variant>
    </vt:vector>
  </HeadingPairs>
  <TitlesOfParts>
    <vt:vector size="35" baseType="lpstr">
      <vt:lpstr>Arial</vt:lpstr>
      <vt:lpstr>SimSun</vt:lpstr>
      <vt:lpstr>Wingdings</vt:lpstr>
      <vt:lpstr>Wingdings</vt:lpstr>
      <vt:lpstr>Manrope ExtraBold</vt:lpstr>
      <vt:lpstr>Segoe Print</vt:lpstr>
      <vt:lpstr>Lato</vt:lpstr>
      <vt:lpstr>Microsoft YaHei</vt:lpstr>
      <vt:lpstr>Arial Unicode MS</vt:lpstr>
      <vt:lpstr>Calibri</vt:lpstr>
      <vt:lpstr>Arial Black</vt:lpstr>
      <vt:lpstr>Arial Narrow</vt:lpstr>
      <vt:lpstr>Bookman Old Style</vt:lpstr>
      <vt:lpstr>Astrolab</vt:lpstr>
      <vt:lpstr>Bahnschrift SemiLight</vt:lpstr>
      <vt:lpstr>Calibri Light</vt:lpstr>
      <vt:lpstr>Gabriola</vt:lpstr>
      <vt:lpstr>Segoe Script</vt:lpstr>
      <vt:lpstr>Agency FB</vt:lpstr>
      <vt:lpstr>Algerian</vt:lpstr>
      <vt:lpstr>WPS</vt:lpstr>
      <vt:lpstr>1_Office Theme</vt:lpstr>
      <vt:lpstr>PowerPoint 演示文稿</vt:lpstr>
      <vt:lpstr>Project Overview</vt:lpstr>
      <vt:lpstr>Data Exploration and Analysis (EDA)</vt:lpstr>
      <vt:lpstr>Data Preprocessing </vt:lpstr>
      <vt:lpstr>Models</vt:lpstr>
      <vt:lpstr>Model Results</vt:lpstr>
      <vt:lpstr>Hyperparameter Tuning</vt:lpstr>
      <vt:lpstr>PowerPoint 演示文稿</vt:lpstr>
      <vt:lpstr>PowerPoint 演示文稿</vt:lpstr>
      <vt:lpstr>PowerPoint 演示文稿</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SmartPremium</dc:title>
  <dc:creator>ADMIN</dc:creator>
  <cp:lastModifiedBy>D.murali durai</cp:lastModifiedBy>
  <cp:revision>4</cp:revision>
  <dcterms:created xsi:type="dcterms:W3CDTF">2026-05-31T07:41:00Z</dcterms:created>
  <dcterms:modified xsi:type="dcterms:W3CDTF">2026-05-31T08:04:45Z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57C2E65B6C2140AD97F7F58BCA98BF62_11</vt:lpwstr>
  </property>
</Properties>
</file>